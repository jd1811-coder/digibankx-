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8" r:id="rId2"/>
    <p:sldId id="259" r:id="rId3"/>
    <p:sldId id="260" r:id="rId4"/>
    <p:sldId id="261" r:id="rId5"/>
    <p:sldId id="262" r:id="rId6"/>
    <p:sldId id="283" r:id="rId7"/>
    <p:sldId id="263" r:id="rId8"/>
    <p:sldId id="264" r:id="rId9"/>
    <p:sldId id="280" r:id="rId10"/>
    <p:sldId id="265" r:id="rId11"/>
    <p:sldId id="266" r:id="rId12"/>
    <p:sldId id="281" r:id="rId13"/>
    <p:sldId id="282" r:id="rId14"/>
    <p:sldId id="268" r:id="rId15"/>
    <p:sldId id="277" r:id="rId16"/>
    <p:sldId id="278" r:id="rId17"/>
    <p:sldId id="279" r:id="rId18"/>
    <p:sldId id="269" r:id="rId19"/>
    <p:sldId id="270" r:id="rId20"/>
    <p:sldId id="271" r:id="rId21"/>
    <p:sldId id="272" r:id="rId22"/>
    <p:sldId id="273" r:id="rId23"/>
    <p:sldId id="274" r:id="rId24"/>
    <p:sldId id="284" r:id="rId25"/>
    <p:sldId id="276"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p:cViewPr>
        <p:scale>
          <a:sx n="52" d="100"/>
          <a:sy n="52" d="100"/>
        </p:scale>
        <p:origin x="1716" y="20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2T07:31:03.933"/>
    </inkml:context>
    <inkml:brush xml:id="br0">
      <inkml:brushProperty name="width" value="0.035" units="cm"/>
      <inkml:brushProperty name="height" value="0.035" units="cm"/>
      <inkml:brushProperty name="color" value="#FFFFFF"/>
    </inkml:brush>
  </inkml:definitions>
  <inkml:trace contextRef="#ctx0" brushRef="#br0">1328 256 24575,'1'-1'0,"-1"0"0,1 1 0,-1-1 0,1 1 0,0-1 0,-1 1 0,1-1 0,0 1 0,-1-1 0,1 1 0,0-1 0,0 1 0,0-1 0,1 0 0,27-11 0,-1 0 0,2 2 0,-1 1 0,43-7 0,-62 13 0,334-49-52,10 31-1077,160 17 230,5 17-99,-187-3 741,1229-7-196,-961-7 348,-372 4 3887,-407-2-3671,21-1-111,-60 0-400,-48 3-1203,-918 42 368,-4 41-155,124-8 819,944-67 571,-583 31 111,2-24 588,626-16 1781,73 1-1795,4-1-223,11 0-32,30-1-343,-39 2-62,100-6 151,63 0-132,62 1-432,57 0-1164,1236-1-467,-37 1-790,-4-31 1385,-1110 20 1424,-36-2-289,-41-1-868,-44 0 954,-46 0 544,170-29 3034,-293 36-937,-60 9-647,-22 3-1772,1 0 1,0 0-1,0 0 0,0 0 1,0 0-1,0 0 0,0-1 1,0 1-1,0 0 0,-1 0 1,1 0-1,0 0 0,0 0 1,0 0-1,0 0 0,0-1 1,0 1-1,0 0 0,0 0 0,0 0 1,0 0-1,0 0 0,0 0 1,0-1-1,0 1 0,0 0 1,0 0-1,0 0 0,0 0 1,0 0-1,0 0 0,0-1 1,0 1-1,0 0 0,0 0 1,0 0-1,0 0 0,0 0 1,1 0-1,-1-1 0,0 1 1,0 0-1,0 0 0,0 0 1,0 0-1,0 0 0,0 0 1,0 0-1,1 0 0,-1 0 1,0 0-1,0 0 0,0-1 1,-22-5 591,-189-23-364,186 26-253,-203-17-472,-64 0-1435,-55 4 1435,-1075-12-2194,829 21 1966,401 4 650,-957-1-1742,15 88 328,1106-80 1488,-66 8 1082,-153 41-1,236-49-433,0-1 0,-15 9 0,14-2-104,12-10-535,-1 0-1,1 1 1,0-1-1,0 0 0,0 0 1,0 1-1,0-1 1,0 0-1,0 1 1,0-1-1,0 0 0,0 1 1,0-1-1,0 0 1,0 1-1,0-1 1,0 0-1,0 1 0,0-1 1,0 0-1,0 0 1,0 1-1,0-1 1,0 0-1,1 1 0,-1-1 1,0 1-1,2 0 126,0 1-1,1 0 1,-1-1-1,0 1 1,1-1-1,-1 0 1,1 0-1,-1 0 1,1 0-1,3 1 1,22 5 95,39 5 0,110 7-247,87-6-187,74-9-559,59-10-45,1272-70-2374,14 0 1887,-1625 74 1294,252 0 2494,-391-3 972,-40-4-3769,-149-5-6,-97-4-880,-83-4 234,-61 2-1646,-844-5-1056,3 62 3086,906-7 256,59 3-897,67 0 1041,68-3 733,65-4 9,-28 14 2330,168-26-95,34-6-1936,13-8-860,0 1-1,0-1 1,0 0 0,0 0 0,0 0 0,0 0-1,0 1 1,0-1 0,0 0 0,0 0 0,0 0-1,0 1 1,0-1 0,0 0 0,0 0 0,0 0-1,0 1 1,0-1 0,0 0 0,0 0 0,0 0-1,0 1 1,1-1 0,-1 0 0,0 0 0,0 0-1,0 0 1,0 1 0,0-1 0,0 0 0,1 0-1,-1 0 1,0 0 0,0 0 0,0 0 0,0 1-1,1-1 1,3 2 300,1 0 0,0-1 0,0 1-1,-1-1 1,7 1 0,96 14 297,93 4-623,94 0-374,88 0-1124,68-1 387,402 8-2185,428 3 2720,521 15-1472,-1593-38 1562,-109-4 674,91 2 1430,-66-5 3493,-116 0-2971,-21-4-1242,-150-23 237,96 18-1009,-185-25-604,-74-6-1435,-52 0 868,-987-46-2016,-2 120 3137,1148-13-668,-51 17 443,248-34 255,14-3 84,0 0-1,0 1 0,0 0 0,0 0 0,0 1 0,1 0 0,-1 0 0,-7 5 0,14-8-170,1 1-1,0-1 0,0 0 0,-1 0 0,1 1 0,0-1 0,0 0 1,-1 0-1,1 1 0,0-1 0,0 0 0,-1 0 0,1 1 1,0-1-1,0 0 0,0 1 0,0-1 0,0 0 0,0 1 0,-1-1 1,1 0-1,0 1 0,0-1 0,0 0 0,0 1 0,0-1 0,0 0 1,0 1-1,0-1 0,1 1 0,-1-1 0,0 0 0,0 1 1,0-1-1,0 0 0,0 0 0,0 1 0,1-1 0,-1 0 0,0 1 1,0-1-1,1 0 0,-1 0 0,0 1 0,0-1 0,1 0 0,-1 0 1,0 0-1,0 1 0,1-1 0,-1 0 0,0 0 0,1 0 1,7 4 475,-1 0 1,1-1 0,0 0 0,15 4-1,108 21 125,91 4-619,88 1-497,76-2-1492,58-7 1492,2358-82-5454,-2605 40 5492,40-8 2468,-151 16 1647,-85 10-3633,8-2 1274,-26-5 533,-65-11-1329,-116-16-501,-113-10-510,-84-3-1527,-61 2 1527,-326-5-1642,-1237 80 0,1698-2 1094,68 1 793,64-1 247,-26 16 401,208-42 90,0 0 0,0 0 0,-13 6 0,20-8-458,0 0 1,0 0-1,0 0 0,-1 1 1,1-1-1,0 0 0,0 0 1,0 0-1,-1 0 1,1 0-1,0 1 0,0-1 1,0 0-1,0 0 0,0 0 1,-1 1-1,1-1 0,0 0 1,0 0-1,0 0 0,0 1 1,0-1-1,0 0 0,0 0 1,0 0-1,0 1 0,0-1 1,0 0-1,0 0 0,0 1 1,0-1-1,0 0 0,0 1 36,1 0-1,0-1 0,-1 1 1,1-1-1,0 1 0,-1-1 0,1 1 1,0-1-1,0 1 0,-1-1 1,1 0-1,0 1 0,1-1 1,16 5 932,1-2 0,26 3 0,142 7-246,111-6-988,95-8-757,77-9 3,1392-93-3451,2-71 3910,-1806 168 1636,-52 6-718,9-2 1777,-50 1-1061,-102 2-1088,-123 0 90,-107 1 267,-87 2-748,-955 21-2037,0 43 886,1151-47 1162,76-5 113,136-11 218,-88 10 1776,117-10-1177,17-5-534,0 0-1,0 0 1,0 0 0,0 0 0,0 0 0,1 0 0,-1 0-1,0 0 1,0 0 0,0 0 0,0 0 0,0 0-1,0 0 1,0 0 0,0 0 0,0 0 0,0 0 0,0 0-1,0 0 1,1 0 0,-1 0 0,0 0 0,0 0-1,0 0 1,0 1 0,0-1 0,0 0 0,0 0 0,0 0-1,0 0 1,0 0 0,0 0 0,0 0 0,0 0-1,0 0 1,0 0 0,0 0 0,0 0 0,0 1-1,0-1 1,0 0 0,0 0 0,0 0 0,0 0 0,0 0-1,0 0 1,0 0 0,0 0 0,0 0 0,0 0-1,0 0 1,0 1 0,0-1 0,0 0 0,0 0 0,0 0-1,0 0 1,-1 0 0,1 0 0,0 0 0,0 0-1,0 0 1,0 0 0,0 0 0,0 0 0,40 6 2325,90 0-1624,103-2-717,103-4-284,92-6-852,72-4 852,-14-2-85,1139-18-3822,-6 68 1668,-1455-28 5206,-146-8-1262,-13-1-394,-8 0 896,-71-1 851,-115-4-2080,-123-4-1048,-105-3-1063,-75-1 341,-698-3-2543,3 32 1989,894-4 1167,76 0-79,-27 9 2330,196-16-709,40-3 308,8-2-1354,0-1 0,0 0 0,0 0 0,0 0 0,0 0 0,0 0 1,0 1-1,0-1 0,0 0 0,0 0 0,0 0 0,0 0 0,0 0 0,0 1 0,0-1 0,0 0 0,0 0 0,1 0 0,-1 0 0,0 0 0,0 0 0,0 0 0,0 1 0,0-1 0,0 0 0,0 0 0,1 0 0,-1 0 0,0 0 0,0 0 0,0 0 1,0 0-1,0 0 0,0 0 0,1 0 0,-1 0 0,0 0 0,0 0 0,0 0 0,0 0 0,1 0 0,54 11 661,82 6-694,98 7 67,96 2 203,77-1-625,2598 39-3043,-2907-66 5093,-245 7-1356,-108 6-137,-99 6 607,-997 64-2381,682-38 1052,457-31 407,201-12 156,-10 1 783,53-4 386,84-8-795,93-10-417,83-7 53,485-51 238,428-41-1114,-1075 109 813,-341 22 2277,67-5-1233,-201 12-1370,-132 7-1161,-976 44-293,1397-67 1790,-72 1 0,115-5 0,12 0 0,5 0 0,76-15 0,114-14 0,120-12-35,100-7-103,1829-162-2599,-1974 192 1929,-79 7 606,-4 4 667,-172 10 291,-23 1 0,-60 8 58,-164 16-814,-145 11-68,-109 6-200,-1939 133 208,2155-162 90,84-6-23,140-6-7,-81-1 0,118-2 0,15-2 0,68-9 0,108-9 0,110-8 208,94-5 624,1704-89-605,-1830 117-151,-70 6-57,-65 2-429,-48 1-1640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2T07:31:15.774"/>
    </inkml:context>
    <inkml:brush xml:id="br0">
      <inkml:brushProperty name="width" value="0.035" units="cm"/>
      <inkml:brushProperty name="height" value="0.035" units="cm"/>
      <inkml:brushProperty name="color" value="#FFFFFF"/>
    </inkml:brush>
  </inkml:definitions>
  <inkml:trace contextRef="#ctx0" brushRef="#br0">1233 1 23507,'-1232'189'0,"3696"-189"0,-3696-189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2T07:31:22.218"/>
    </inkml:context>
    <inkml:brush xml:id="br0">
      <inkml:brushProperty name="width" value="0.35" units="cm"/>
      <inkml:brushProperty name="height" value="0.35" units="cm"/>
      <inkml:brushProperty name="color" value="#FFFFFF"/>
    </inkml:brush>
  </inkml:definitions>
  <inkml:trace contextRef="#ctx0" brushRef="#br0">0 1 24575,'0'0'0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2T07:31:26.029"/>
    </inkml:context>
    <inkml:brush xml:id="br0">
      <inkml:brushProperty name="width" value="0.35" units="cm"/>
      <inkml:brushProperty name="height" value="0.35" units="cm"/>
      <inkml:brushProperty name="color" value="#FFFFFF"/>
    </inkml:brush>
  </inkml:definitions>
  <inkml:trace contextRef="#ctx0" brushRef="#br0">1112 289 24575,'3'-2'0,"1"1"0,-1 0 0,1 0 0,-1 0 0,1 0 0,3 0 0,6-1 0,415-53 34,4 25-739,476-20 571,-870 48 268,-72-7 537,-820-95-1545,-55 76 874,755 36 0,1 7 0,1 7 0,-283 78 0,389-86 0,0 1 0,-84 43 0,127-56 8,-3 1-12,0 0-1,1 1 1,-1-1 0,-4 6 0,9-8 8,0-1 0,0 1 1,1 0-1,-1-1 0,0 1 1,1 0-1,-1 0 0,1-1 0,-1 1 1,1 0-1,-1 0 0,1 0 1,0 0-1,-1 0 0,1-1 1,0 1-1,0 0 0,-1 0 1,1 0-1,0 0 0,0 0 0,0 0 1,0 0-1,0 0 0,1 0 1,-1 0-1,0 0 0,0 0 1,1 0-1,-1-1 0,0 1 0,1 0 1,-1 0-1,1 0 0,-1 0 1,2 0-1,1 3 68,0-2-1,0 1 1,0 0-1,1-1 1,-1 1 0,1-1-1,0 0 1,5 2 0,38 13 12,-45-17-85,57 15 1,0-2 0,81 7 0,128-3 0,210-17-216,0-23-141,-170 7 257,-278 14 222,-16 1 16,1 0 0,0 1-1,16 2 1,-58-8-138,-32-10 0,-2-1 0,-157-28 0,-234-17 0,403 57 0,-97 4 0,161 0 0,28 4 0,-4 0 0,844-5 0,-406-7 0,28 26 0,-58-1 0,12-28 0,-2-19 0,-381 26 0,515-22 0,782 27 0,-585 1 0,-788-1 0,1 0 0,-1 0 0,0 0 0,0 0 0,1 0 0,-1 0 0,0 0 0,0 0 0,1-1 0,-1 1 0,0 0 0,0 0 0,1 0 0,-1 1 0,0-1 0,0 0 0,1 0 0,-1 0 0,0 0 0,0 0 0,1 0 0,-1 0 0,0 0 0,0 0 0,1 1 0,-1-1 0,0 0 0,0 0 0,0 0 0,0 0 0,1 1 0,-1-1 0,0 0 0,0 0 0,0 0 0,0 1 0,0-1 0,1 0 0,-1 0 0,0 1 0,0-1 0,0 0 0,0 0 0,0 1 0,0-1 0,0 0 0,-1 1 0,1 0 0,-1 0 0,1 0 0,-1-1 0,0 1 0,1 0 0,-1-1 0,0 1 0,0 0 0,0-1 0,0 1 0,1-1 0,-3 1 0,-16 7 0,-1-1 0,-36 8 0,-46 4 0,86-16 0,-115 14 0,-190 1 0,-135-28 0,154 0 0,-376 15 0,18-1 0,-142 4 0,305 19 0,439-26 0,101 8 0,157 17 0,1-8 0,257-11 0,407-62 0,-571 31 0,1358-84 0,-1266 93 0,-1 22 0,-337-3 0,0 3 0,-1 1 0,54 16 0,-100-24 0,-1 1 0,1-1 0,0 0 0,0 0 0,0 1 0,0-1 0,-1 0 0,1 1 0,0-1 0,0 1 0,-1-1 0,1 1 0,0-1 0,-1 1 0,1 0 0,0-1 0,-1 1 0,1 0 0,-1 0 0,1-1 0,-1 1 0,0 0 0,1 0 0,-1-1 0,0 1 0,1 0 0,-1 0 0,0 0 0,0 0 0,0 0 0,0-1 0,0 1 0,0 1 0,0 0 0,-1-1 0,1 0 0,-1 0 0,1 1 0,-1-1 0,0 0 0,1 0 0,-1 0 0,0 0 0,0 0 0,0 0 0,0 0 0,0 0 0,0 0 0,0 0 0,0-1 0,0 1 0,0 0 0,0-1 0,-1 1 0,1-1 0,0 1 0,-2-1 0,-28 8 0,0-3 0,0 0 0,-47-1 0,35-1 0,-801 46 0,788-46 0,-195 13 0,18-15 0,411 11 0,97 4 0,76-10 35,213 10-1435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2T07:31:43.376"/>
    </inkml:context>
    <inkml:brush xml:id="br0">
      <inkml:brushProperty name="width" value="0.35" units="cm"/>
      <inkml:brushProperty name="height" value="0.35" units="cm"/>
      <inkml:brushProperty name="color" value="#FFFFFF"/>
    </inkml:brush>
  </inkml:definitions>
  <inkml:trace contextRef="#ctx0" brushRef="#br0">67 159 24575,'-4'15'0,"-11"52"0,3 1 0,-5 110 0,19 139 0,12-16 0,4 169 0,-21-84 0,0 36 0,-5-454 0,-17-237 0,20-2 0,50-504 0,-14 564 0,93-338 0,-118 529 0,33-102 0,-37 125 0,-1 0 0,1 1 0,-1-1 0,1 1 0,-1-1 0,1 4 0,8 45 0,6 69 0,-7 54 0,-8-145 0,5 608 0,3 82 0,23-399 0,-17-203 0,-13-99 0,0 1 0,-3 33 0,26-188 0,-10 66 0,182-1129 0,-134 711 0,-43-3 0,-21 441 0,5 344 0,-6 300 0,-27-190 0,-6 207 0,38-472 0,28 183 0,-28-307 0,-1-2 0,0-1 0,-1 1 0,-1 25 0,0-36 0,-1 1 0,1 0 0,-1 0 0,0-1 0,0 1 0,-1-1 0,1 1 0,-1-1 0,1 1 0,-1-1 0,0 0 0,-1 0 0,1 0 0,0 0 0,-1 0 0,0 0 0,1-1 0,-6 4 0,-6 3 0,1-2 0,-2 0 0,1 0 0,-1-1 0,0-1 0,0-1 0,-1 0 0,-24 3 0,4-3 0,0-2 0,-61-4 0,35-5 0,-76-18 0,92 16 0,-10 5 0,56 4 0,3 0 0,64 0 0,74 1 0,-126 1-1365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2T07:33:49.703"/>
    </inkml:context>
    <inkml:brush xml:id="br0">
      <inkml:brushProperty name="width" value="0.35" units="cm"/>
      <inkml:brushProperty name="height" value="0.35" units="cm"/>
      <inkml:brushProperty name="color" value="#FFFFFF"/>
    </inkml:brush>
  </inkml:definitions>
  <inkml:trace contextRef="#ctx0" brushRef="#br0">184 1 24575,'-4'4'0,"-1"4"0,0 1 0,0 0 0,0 0 0,1 0 0,0 0 0,1 1 0,-3 16 0,4-20 0,-48 233 0,15 8 0,0 97-336,15 560-1,20-889 636,1-26 99,-1-11-422,26-262 24,-12 163 0,10-92 0,21-226 0,-45 438-13,4-49-663,-5-87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2T07:33:55.012"/>
    </inkml:context>
    <inkml:brush xml:id="br0">
      <inkml:brushProperty name="width" value="0.025" units="cm"/>
      <inkml:brushProperty name="height" value="0.025" units="cm"/>
      <inkml:brushProperty name="color" value="#FFFFFF"/>
    </inkml:brush>
  </inkml:definitions>
  <inkml:trace contextRef="#ctx0" brushRef="#br0">1 1 24575,'0'0'0,"0"0"0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684"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685"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E7E24F-7775-42DC-82AB-19EDD9370320}" type="datetimeFigureOut">
              <a:rPr lang="en-US" smtClean="0"/>
              <a:t>3/12/2025</a:t>
            </a:fld>
            <a:endParaRPr lang="en-US"/>
          </a:p>
        </p:txBody>
      </p:sp>
      <p:sp>
        <p:nvSpPr>
          <p:cNvPr id="1048686"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48687"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8"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1048689"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D05A9C3-8DE6-4FF2-BED7-E5DA2339E7DF}" type="slidenum">
              <a:rPr lang="en-US" smtClean="0"/>
              <a:t>‹#›</a:t>
            </a:fld>
            <a:endParaRPr lang="en-US"/>
          </a:p>
        </p:txBody>
      </p:sp>
    </p:spTree>
    <p:extLst>
      <p:ext uri="{BB962C8B-B14F-4D97-AF65-F5344CB8AC3E}">
        <p14:creationId xmlns:p14="http://schemas.microsoft.com/office/powerpoint/2010/main" val="3557363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D05A9C3-8DE6-4FF2-BED7-E5DA2339E7DF}" type="slidenum">
              <a:rPr lang="en-US" smtClean="0"/>
              <a:t>11</a:t>
            </a:fld>
            <a:endParaRPr lang="en-US"/>
          </a:p>
        </p:txBody>
      </p:sp>
    </p:spTree>
    <p:extLst>
      <p:ext uri="{BB962C8B-B14F-4D97-AF65-F5344CB8AC3E}">
        <p14:creationId xmlns:p14="http://schemas.microsoft.com/office/powerpoint/2010/main" val="39626903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5"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048586"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1048587" name="Date Placeholder 29"/>
          <p:cNvSpPr>
            <a:spLocks noGrp="1"/>
          </p:cNvSpPr>
          <p:nvPr>
            <p:ph type="dt" sz="half" idx="10"/>
          </p:nvPr>
        </p:nvSpPr>
        <p:spPr/>
        <p:txBody>
          <a:bodyPr/>
          <a:lstStyle/>
          <a:p>
            <a:fld id="{51244666-2BCB-4189-AD2A-93FEF20B4CF0}" type="datetimeFigureOut">
              <a:rPr lang="en-US" smtClean="0"/>
              <a:t>3/12/2025</a:t>
            </a:fld>
            <a:endParaRPr lang="en-US"/>
          </a:p>
        </p:txBody>
      </p:sp>
      <p:sp>
        <p:nvSpPr>
          <p:cNvPr id="1048588" name="Footer Placeholder 18"/>
          <p:cNvSpPr>
            <a:spLocks noGrp="1"/>
          </p:cNvSpPr>
          <p:nvPr>
            <p:ph type="ftr" sz="quarter" idx="11"/>
          </p:nvPr>
        </p:nvSpPr>
        <p:spPr/>
        <p:txBody>
          <a:bodyPr/>
          <a:lstStyle/>
          <a:p>
            <a:endParaRPr lang="en-US"/>
          </a:p>
        </p:txBody>
      </p:sp>
      <p:sp>
        <p:nvSpPr>
          <p:cNvPr id="1048589" name="Slide Number Placeholder 26"/>
          <p:cNvSpPr>
            <a:spLocks noGrp="1"/>
          </p:cNvSpPr>
          <p:nvPr>
            <p:ph type="sldNum" sz="quarter" idx="12"/>
          </p:nvPr>
        </p:nvSpPr>
        <p:spPr/>
        <p:txBody>
          <a:bodyPr/>
          <a:lstStyle/>
          <a:p>
            <a:fld id="{CE5B6F36-B006-4F83-965F-4C0CBFF44BC7}"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96" name="Title 1"/>
          <p:cNvSpPr>
            <a:spLocks noGrp="1"/>
          </p:cNvSpPr>
          <p:nvPr>
            <p:ph type="title"/>
          </p:nvPr>
        </p:nvSpPr>
        <p:spPr/>
        <p:txBody>
          <a:bodyPr/>
          <a:lstStyle/>
          <a:p>
            <a:r>
              <a:rPr kumimoji="0" lang="en-US"/>
              <a:t>Click to edit Master title style</a:t>
            </a:r>
          </a:p>
        </p:txBody>
      </p:sp>
      <p:sp>
        <p:nvSpPr>
          <p:cNvPr id="1048597"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598" name="Date Placeholder 3"/>
          <p:cNvSpPr>
            <a:spLocks noGrp="1"/>
          </p:cNvSpPr>
          <p:nvPr>
            <p:ph type="dt" sz="half" idx="10"/>
          </p:nvPr>
        </p:nvSpPr>
        <p:spPr/>
        <p:txBody>
          <a:bodyPr/>
          <a:lstStyle/>
          <a:p>
            <a:fld id="{51244666-2BCB-4189-AD2A-93FEF20B4CF0}" type="datetimeFigureOut">
              <a:rPr lang="en-US" smtClean="0"/>
              <a:t>3/12/2025</a:t>
            </a:fld>
            <a:endParaRPr lang="en-US"/>
          </a:p>
        </p:txBody>
      </p:sp>
      <p:sp>
        <p:nvSpPr>
          <p:cNvPr id="1048599" name="Footer Placeholder 4"/>
          <p:cNvSpPr>
            <a:spLocks noGrp="1"/>
          </p:cNvSpPr>
          <p:nvPr>
            <p:ph type="ftr" sz="quarter" idx="11"/>
          </p:nvPr>
        </p:nvSpPr>
        <p:spPr/>
        <p:txBody>
          <a:bodyPr/>
          <a:lstStyle/>
          <a:p>
            <a:endParaRPr lang="en-US"/>
          </a:p>
        </p:txBody>
      </p:sp>
      <p:sp>
        <p:nvSpPr>
          <p:cNvPr id="1048600" name="Slide Number Placeholder 5"/>
          <p:cNvSpPr>
            <a:spLocks noGrp="1"/>
          </p:cNvSpPr>
          <p:nvPr>
            <p:ph type="sldNum" sz="quarter" idx="12"/>
          </p:nvPr>
        </p:nvSpPr>
        <p:spPr/>
        <p:txBody>
          <a:bodyPr/>
          <a:lstStyle/>
          <a:p>
            <a:fld id="{CE5B6F36-B006-4F83-965F-4C0CBFF44BC7}"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56"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048657"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048658" name="Date Placeholder 3"/>
          <p:cNvSpPr>
            <a:spLocks noGrp="1"/>
          </p:cNvSpPr>
          <p:nvPr>
            <p:ph type="dt" sz="half" idx="10"/>
          </p:nvPr>
        </p:nvSpPr>
        <p:spPr/>
        <p:txBody>
          <a:bodyPr/>
          <a:lstStyle/>
          <a:p>
            <a:fld id="{51244666-2BCB-4189-AD2A-93FEF20B4CF0}" type="datetimeFigureOut">
              <a:rPr lang="en-US" smtClean="0"/>
              <a:t>3/12/2025</a:t>
            </a:fld>
            <a:endParaRPr lang="en-US"/>
          </a:p>
        </p:txBody>
      </p:sp>
      <p:sp>
        <p:nvSpPr>
          <p:cNvPr id="1048659" name="Footer Placeholder 4"/>
          <p:cNvSpPr>
            <a:spLocks noGrp="1"/>
          </p:cNvSpPr>
          <p:nvPr>
            <p:ph type="ftr" sz="quarter" idx="11"/>
          </p:nvPr>
        </p:nvSpPr>
        <p:spPr/>
        <p:txBody>
          <a:bodyPr/>
          <a:lstStyle/>
          <a:p>
            <a:endParaRPr lang="en-US"/>
          </a:p>
        </p:txBody>
      </p:sp>
      <p:sp>
        <p:nvSpPr>
          <p:cNvPr id="1048660" name="Slide Number Placeholder 5"/>
          <p:cNvSpPr>
            <a:spLocks noGrp="1"/>
          </p:cNvSpPr>
          <p:nvPr>
            <p:ph type="sldNum" sz="quarter" idx="12"/>
          </p:nvPr>
        </p:nvSpPr>
        <p:spPr/>
        <p:txBody>
          <a:bodyPr/>
          <a:lstStyle/>
          <a:p>
            <a:fld id="{CE5B6F36-B006-4F83-965F-4C0CBFF44BC7}"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61"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1048662"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663"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664" name="Date Placeholder 4"/>
          <p:cNvSpPr>
            <a:spLocks noGrp="1"/>
          </p:cNvSpPr>
          <p:nvPr>
            <p:ph type="dt" sz="half" idx="10"/>
          </p:nvPr>
        </p:nvSpPr>
        <p:spPr/>
        <p:txBody>
          <a:bodyPr/>
          <a:lstStyle/>
          <a:p>
            <a:fld id="{51244666-2BCB-4189-AD2A-93FEF20B4CF0}" type="datetimeFigureOut">
              <a:rPr lang="en-US" smtClean="0"/>
              <a:t>3/12/2025</a:t>
            </a:fld>
            <a:endParaRPr lang="en-US"/>
          </a:p>
        </p:txBody>
      </p:sp>
      <p:sp>
        <p:nvSpPr>
          <p:cNvPr id="1048665" name="Footer Placeholder 5"/>
          <p:cNvSpPr>
            <a:spLocks noGrp="1"/>
          </p:cNvSpPr>
          <p:nvPr>
            <p:ph type="ftr" sz="quarter" idx="11"/>
          </p:nvPr>
        </p:nvSpPr>
        <p:spPr/>
        <p:txBody>
          <a:bodyPr/>
          <a:lstStyle/>
          <a:p>
            <a:endParaRPr lang="en-US"/>
          </a:p>
        </p:txBody>
      </p:sp>
      <p:sp>
        <p:nvSpPr>
          <p:cNvPr id="1048666" name="Slide Number Placeholder 6"/>
          <p:cNvSpPr>
            <a:spLocks noGrp="1"/>
          </p:cNvSpPr>
          <p:nvPr>
            <p:ph type="sldNum" sz="quarter" idx="12"/>
          </p:nvPr>
        </p:nvSpPr>
        <p:spPr/>
        <p:txBody>
          <a:bodyPr/>
          <a:lstStyle/>
          <a:p>
            <a:fld id="{CE5B6F36-B006-4F83-965F-4C0CBFF44BC7}"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67" name="Title 1"/>
          <p:cNvSpPr>
            <a:spLocks noGrp="1"/>
          </p:cNvSpPr>
          <p:nvPr>
            <p:ph type="title"/>
          </p:nvPr>
        </p:nvSpPr>
        <p:spPr>
          <a:xfrm>
            <a:off x="457200" y="704088"/>
            <a:ext cx="8229600" cy="1143000"/>
          </a:xfrm>
        </p:spPr>
        <p:txBody>
          <a:bodyPr tIns="45720" anchor="b"/>
          <a:lstStyle/>
          <a:p>
            <a:r>
              <a:rPr kumimoji="0" lang="en-US"/>
              <a:t>Click to edit Master title style</a:t>
            </a:r>
          </a:p>
        </p:txBody>
      </p:sp>
      <p:sp>
        <p:nvSpPr>
          <p:cNvPr id="1048668"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1048669"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1048670"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671"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672" name="Date Placeholder 6"/>
          <p:cNvSpPr>
            <a:spLocks noGrp="1"/>
          </p:cNvSpPr>
          <p:nvPr>
            <p:ph type="dt" sz="half" idx="10"/>
          </p:nvPr>
        </p:nvSpPr>
        <p:spPr/>
        <p:txBody>
          <a:bodyPr/>
          <a:lstStyle/>
          <a:p>
            <a:fld id="{51244666-2BCB-4189-AD2A-93FEF20B4CF0}" type="datetimeFigureOut">
              <a:rPr lang="en-US" smtClean="0"/>
              <a:t>3/12/2025</a:t>
            </a:fld>
            <a:endParaRPr lang="en-US"/>
          </a:p>
        </p:txBody>
      </p:sp>
      <p:sp>
        <p:nvSpPr>
          <p:cNvPr id="1048673" name="Footer Placeholder 7"/>
          <p:cNvSpPr>
            <a:spLocks noGrp="1"/>
          </p:cNvSpPr>
          <p:nvPr>
            <p:ph type="ftr" sz="quarter" idx="11"/>
          </p:nvPr>
        </p:nvSpPr>
        <p:spPr/>
        <p:txBody>
          <a:bodyPr/>
          <a:lstStyle/>
          <a:p>
            <a:endParaRPr lang="en-US"/>
          </a:p>
        </p:txBody>
      </p:sp>
      <p:sp>
        <p:nvSpPr>
          <p:cNvPr id="1048674" name="Slide Number Placeholder 8"/>
          <p:cNvSpPr>
            <a:spLocks noGrp="1"/>
          </p:cNvSpPr>
          <p:nvPr>
            <p:ph type="sldNum" sz="quarter" idx="12"/>
          </p:nvPr>
        </p:nvSpPr>
        <p:spPr/>
        <p:txBody>
          <a:bodyPr/>
          <a:lstStyle/>
          <a:p>
            <a:fld id="{CE5B6F36-B006-4F83-965F-4C0CBFF44BC7}"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3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1048633" name="Date Placeholder 2"/>
          <p:cNvSpPr>
            <a:spLocks noGrp="1"/>
          </p:cNvSpPr>
          <p:nvPr>
            <p:ph type="dt" sz="half" idx="10"/>
          </p:nvPr>
        </p:nvSpPr>
        <p:spPr/>
        <p:txBody>
          <a:bodyPr/>
          <a:lstStyle/>
          <a:p>
            <a:fld id="{51244666-2BCB-4189-AD2A-93FEF20B4CF0}" type="datetimeFigureOut">
              <a:rPr lang="en-US" smtClean="0"/>
              <a:t>3/12/2025</a:t>
            </a:fld>
            <a:endParaRPr lang="en-US"/>
          </a:p>
        </p:txBody>
      </p:sp>
      <p:sp>
        <p:nvSpPr>
          <p:cNvPr id="1048634" name="Footer Placeholder 3"/>
          <p:cNvSpPr>
            <a:spLocks noGrp="1"/>
          </p:cNvSpPr>
          <p:nvPr>
            <p:ph type="ftr" sz="quarter" idx="11"/>
          </p:nvPr>
        </p:nvSpPr>
        <p:spPr/>
        <p:txBody>
          <a:bodyPr/>
          <a:lstStyle/>
          <a:p>
            <a:endParaRPr lang="en-US"/>
          </a:p>
        </p:txBody>
      </p:sp>
      <p:sp>
        <p:nvSpPr>
          <p:cNvPr id="1048635" name="Slide Number Placeholder 4"/>
          <p:cNvSpPr>
            <a:spLocks noGrp="1"/>
          </p:cNvSpPr>
          <p:nvPr>
            <p:ph type="sldNum" sz="quarter" idx="12"/>
          </p:nvPr>
        </p:nvSpPr>
        <p:spPr/>
        <p:txBody>
          <a:bodyPr/>
          <a:lstStyle/>
          <a:p>
            <a:fld id="{CE5B6F36-B006-4F83-965F-4C0CBFF44BC7}"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75" name="Date Placeholder 1"/>
          <p:cNvSpPr>
            <a:spLocks noGrp="1"/>
          </p:cNvSpPr>
          <p:nvPr>
            <p:ph type="dt" sz="half" idx="10"/>
          </p:nvPr>
        </p:nvSpPr>
        <p:spPr/>
        <p:txBody>
          <a:bodyPr/>
          <a:lstStyle/>
          <a:p>
            <a:fld id="{51244666-2BCB-4189-AD2A-93FEF20B4CF0}" type="datetimeFigureOut">
              <a:rPr lang="en-US" smtClean="0"/>
              <a:t>3/12/2025</a:t>
            </a:fld>
            <a:endParaRPr lang="en-US"/>
          </a:p>
        </p:txBody>
      </p:sp>
      <p:sp>
        <p:nvSpPr>
          <p:cNvPr id="1048676" name="Footer Placeholder 2"/>
          <p:cNvSpPr>
            <a:spLocks noGrp="1"/>
          </p:cNvSpPr>
          <p:nvPr>
            <p:ph type="ftr" sz="quarter" idx="11"/>
          </p:nvPr>
        </p:nvSpPr>
        <p:spPr/>
        <p:txBody>
          <a:bodyPr/>
          <a:lstStyle/>
          <a:p>
            <a:endParaRPr lang="en-US"/>
          </a:p>
        </p:txBody>
      </p:sp>
      <p:sp>
        <p:nvSpPr>
          <p:cNvPr id="1048677" name="Slide Number Placeholder 3"/>
          <p:cNvSpPr>
            <a:spLocks noGrp="1"/>
          </p:cNvSpPr>
          <p:nvPr>
            <p:ph type="sldNum" sz="quarter" idx="12"/>
          </p:nvPr>
        </p:nvSpPr>
        <p:spPr/>
        <p:txBody>
          <a:bodyPr/>
          <a:lstStyle/>
          <a:p>
            <a:fld id="{CE5B6F36-B006-4F83-965F-4C0CBFF44BC7}"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78"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1048679"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1048680"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681" name="Date Placeholder 4"/>
          <p:cNvSpPr>
            <a:spLocks noGrp="1"/>
          </p:cNvSpPr>
          <p:nvPr>
            <p:ph type="dt" sz="half" idx="10"/>
          </p:nvPr>
        </p:nvSpPr>
        <p:spPr/>
        <p:txBody>
          <a:bodyPr/>
          <a:lstStyle/>
          <a:p>
            <a:fld id="{51244666-2BCB-4189-AD2A-93FEF20B4CF0}" type="datetimeFigureOut">
              <a:rPr lang="en-US" smtClean="0"/>
              <a:t>3/12/2025</a:t>
            </a:fld>
            <a:endParaRPr lang="en-US"/>
          </a:p>
        </p:txBody>
      </p:sp>
      <p:sp>
        <p:nvSpPr>
          <p:cNvPr id="1048682" name="Footer Placeholder 5"/>
          <p:cNvSpPr>
            <a:spLocks noGrp="1"/>
          </p:cNvSpPr>
          <p:nvPr>
            <p:ph type="ftr" sz="quarter" idx="11"/>
          </p:nvPr>
        </p:nvSpPr>
        <p:spPr/>
        <p:txBody>
          <a:bodyPr/>
          <a:lstStyle/>
          <a:p>
            <a:endParaRPr lang="en-US"/>
          </a:p>
        </p:txBody>
      </p:sp>
      <p:sp>
        <p:nvSpPr>
          <p:cNvPr id="1048683" name="Slide Number Placeholder 6"/>
          <p:cNvSpPr>
            <a:spLocks noGrp="1"/>
          </p:cNvSpPr>
          <p:nvPr>
            <p:ph type="sldNum" sz="quarter" idx="12"/>
          </p:nvPr>
        </p:nvSpPr>
        <p:spPr/>
        <p:txBody>
          <a:bodyPr/>
          <a:lstStyle/>
          <a:p>
            <a:fld id="{CE5B6F36-B006-4F83-965F-4C0CBFF44BC7}"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048641"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04864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048643"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104864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48645" name="Date Placeholder 4"/>
          <p:cNvSpPr>
            <a:spLocks noGrp="1"/>
          </p:cNvSpPr>
          <p:nvPr>
            <p:ph type="dt" sz="half" idx="10"/>
          </p:nvPr>
        </p:nvSpPr>
        <p:spPr/>
        <p:txBody>
          <a:bodyPr/>
          <a:lstStyle/>
          <a:p>
            <a:fld id="{51244666-2BCB-4189-AD2A-93FEF20B4CF0}" type="datetimeFigureOut">
              <a:rPr lang="en-US" smtClean="0"/>
              <a:t>3/12/2025</a:t>
            </a:fld>
            <a:endParaRPr lang="en-US"/>
          </a:p>
        </p:txBody>
      </p:sp>
      <p:sp>
        <p:nvSpPr>
          <p:cNvPr id="1048646" name="Footer Placeholder 5"/>
          <p:cNvSpPr>
            <a:spLocks noGrp="1"/>
          </p:cNvSpPr>
          <p:nvPr>
            <p:ph type="ftr" sz="quarter" idx="11"/>
          </p:nvPr>
        </p:nvSpPr>
        <p:spPr/>
        <p:txBody>
          <a:bodyPr/>
          <a:lstStyle/>
          <a:p>
            <a:endParaRPr lang="en-US"/>
          </a:p>
        </p:txBody>
      </p:sp>
      <p:sp>
        <p:nvSpPr>
          <p:cNvPr id="1048647" name="Slide Number Placeholder 6"/>
          <p:cNvSpPr>
            <a:spLocks noGrp="1"/>
          </p:cNvSpPr>
          <p:nvPr>
            <p:ph type="sldNum" sz="quarter" idx="12"/>
          </p:nvPr>
        </p:nvSpPr>
        <p:spPr>
          <a:xfrm>
            <a:off x="8077200" y="6356350"/>
            <a:ext cx="609600" cy="365125"/>
          </a:xfrm>
        </p:spPr>
        <p:txBody>
          <a:bodyPr/>
          <a:lstStyle/>
          <a:p>
            <a:fld id="{CE5B6F36-B006-4F83-965F-4C0CBFF44BC7}" type="slidenum">
              <a:rPr lang="en-US" smtClean="0"/>
              <a:t>‹#›</a:t>
            </a:fld>
            <a:endParaRPr lang="en-US"/>
          </a:p>
        </p:txBody>
      </p:sp>
      <p:sp>
        <p:nvSpPr>
          <p:cNvPr id="1048648"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48649" name="Freeform 9"/>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048650" name="Freeform 10"/>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51" name="Title 1"/>
          <p:cNvSpPr>
            <a:spLocks noGrp="1"/>
          </p:cNvSpPr>
          <p:nvPr>
            <p:ph type="title"/>
          </p:nvPr>
        </p:nvSpPr>
        <p:spPr/>
        <p:txBody>
          <a:bodyPr/>
          <a:lstStyle/>
          <a:p>
            <a:r>
              <a:rPr kumimoji="0" lang="en-US"/>
              <a:t>Click to edit Master title style</a:t>
            </a:r>
          </a:p>
        </p:txBody>
      </p:sp>
      <p:sp>
        <p:nvSpPr>
          <p:cNvPr id="1048652"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653" name="Date Placeholder 3"/>
          <p:cNvSpPr>
            <a:spLocks noGrp="1"/>
          </p:cNvSpPr>
          <p:nvPr>
            <p:ph type="dt" sz="half" idx="10"/>
          </p:nvPr>
        </p:nvSpPr>
        <p:spPr/>
        <p:txBody>
          <a:bodyPr/>
          <a:lstStyle/>
          <a:p>
            <a:fld id="{51244666-2BCB-4189-AD2A-93FEF20B4CF0}" type="datetimeFigureOut">
              <a:rPr lang="en-US" smtClean="0"/>
              <a:t>3/12/2025</a:t>
            </a:fld>
            <a:endParaRPr lang="en-US"/>
          </a:p>
        </p:txBody>
      </p:sp>
      <p:sp>
        <p:nvSpPr>
          <p:cNvPr id="1048654" name="Footer Placeholder 4"/>
          <p:cNvSpPr>
            <a:spLocks noGrp="1"/>
          </p:cNvSpPr>
          <p:nvPr>
            <p:ph type="ftr" sz="quarter" idx="11"/>
          </p:nvPr>
        </p:nvSpPr>
        <p:spPr/>
        <p:txBody>
          <a:bodyPr/>
          <a:lstStyle/>
          <a:p>
            <a:endParaRPr lang="en-US"/>
          </a:p>
        </p:txBody>
      </p:sp>
      <p:sp>
        <p:nvSpPr>
          <p:cNvPr id="1048655" name="Slide Number Placeholder 5"/>
          <p:cNvSpPr>
            <a:spLocks noGrp="1"/>
          </p:cNvSpPr>
          <p:nvPr>
            <p:ph type="sldNum" sz="quarter" idx="12"/>
          </p:nvPr>
        </p:nvSpPr>
        <p:spPr/>
        <p:txBody>
          <a:bodyPr/>
          <a:lstStyle/>
          <a:p>
            <a:fld id="{CE5B6F36-B006-4F83-965F-4C0CBFF44BC7}"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36"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1048637"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638" name="Date Placeholder 3"/>
          <p:cNvSpPr>
            <a:spLocks noGrp="1"/>
          </p:cNvSpPr>
          <p:nvPr>
            <p:ph type="dt" sz="half" idx="10"/>
          </p:nvPr>
        </p:nvSpPr>
        <p:spPr/>
        <p:txBody>
          <a:bodyPr/>
          <a:lstStyle/>
          <a:p>
            <a:fld id="{51244666-2BCB-4189-AD2A-93FEF20B4CF0}" type="datetimeFigureOut">
              <a:rPr lang="en-US" smtClean="0"/>
              <a:t>3/12/2025</a:t>
            </a:fld>
            <a:endParaRPr lang="en-US"/>
          </a:p>
        </p:txBody>
      </p:sp>
      <p:sp>
        <p:nvSpPr>
          <p:cNvPr id="1048639" name="Footer Placeholder 4"/>
          <p:cNvSpPr>
            <a:spLocks noGrp="1"/>
          </p:cNvSpPr>
          <p:nvPr>
            <p:ph type="ftr" sz="quarter" idx="11"/>
          </p:nvPr>
        </p:nvSpPr>
        <p:spPr/>
        <p:txBody>
          <a:bodyPr/>
          <a:lstStyle/>
          <a:p>
            <a:endParaRPr lang="en-US"/>
          </a:p>
        </p:txBody>
      </p:sp>
      <p:sp>
        <p:nvSpPr>
          <p:cNvPr id="1048640" name="Slide Number Placeholder 5"/>
          <p:cNvSpPr>
            <a:spLocks noGrp="1"/>
          </p:cNvSpPr>
          <p:nvPr>
            <p:ph type="sldNum" sz="quarter" idx="12"/>
          </p:nvPr>
        </p:nvSpPr>
        <p:spPr/>
        <p:txBody>
          <a:bodyPr/>
          <a:lstStyle/>
          <a:p>
            <a:fld id="{CE5B6F36-B006-4F83-965F-4C0CBFF44BC7}"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Freeform 6"/>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048577" name="Freeform 7"/>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048578"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1048579"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4858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51244666-2BCB-4189-AD2A-93FEF20B4CF0}" type="datetimeFigureOut">
              <a:rPr lang="en-US" smtClean="0"/>
              <a:t>3/12/2025</a:t>
            </a:fld>
            <a:endParaRPr lang="en-US"/>
          </a:p>
        </p:txBody>
      </p:sp>
      <p:sp>
        <p:nvSpPr>
          <p:cNvPr id="1048581"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048582"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CE5B6F36-B006-4F83-965F-4C0CBFF44BC7}" type="slidenum">
              <a:rPr lang="en-US" smtClean="0"/>
              <a:t>‹#›</a:t>
            </a:fld>
            <a:endParaRPr lang="en-US"/>
          </a:p>
        </p:txBody>
      </p:sp>
      <p:grpSp>
        <p:nvGrpSpPr>
          <p:cNvPr id="13" name="Group 1"/>
          <p:cNvGrpSpPr/>
          <p:nvPr/>
        </p:nvGrpSpPr>
        <p:grpSpPr>
          <a:xfrm>
            <a:off x="-19017" y="202408"/>
            <a:ext cx="9180548" cy="649224"/>
            <a:chOff x="-19045" y="216550"/>
            <a:chExt cx="9180548" cy="649224"/>
          </a:xfrm>
        </p:grpSpPr>
        <p:sp>
          <p:nvSpPr>
            <p:cNvPr id="1048583" name="Freeform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16000">
                    <a:schemeClr val="accent2">
                      <a:shade val="75000"/>
                      <a:alpha val="56000"/>
                    </a:schemeClr>
                  </a:gs>
                  <a:gs pos="74000">
                    <a:schemeClr val="accent3">
                      <a:shade val="75000"/>
                    </a:schemeClr>
                  </a:gs>
                  <a:gs pos="86000">
                    <a:schemeClr val="tx1">
                      <a:alpha val="29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48584" name="Freeform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33000">
                    <a:schemeClr val="accent2">
                      <a:alpha val="56000"/>
                    </a:schemeClr>
                  </a:gs>
                  <a:gs pos="44000">
                    <a:schemeClr val="accent1"/>
                  </a:gs>
                  <a:gs pos="74000">
                    <a:schemeClr val="accent4"/>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6.png"/><Relationship Id="rId12" Type="http://schemas.openxmlformats.org/officeDocument/2006/relationships/customXml" Target="../ink/ink5.xml"/><Relationship Id="rId17" Type="http://schemas.openxmlformats.org/officeDocument/2006/relationships/image" Target="../media/image11.png"/><Relationship Id="rId2" Type="http://schemas.openxmlformats.org/officeDocument/2006/relationships/image" Target="../media/image3.png"/><Relationship Id="rId16" Type="http://schemas.openxmlformats.org/officeDocument/2006/relationships/customXml" Target="../ink/ink7.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8.png"/><Relationship Id="rId5" Type="http://schemas.openxmlformats.org/officeDocument/2006/relationships/image" Target="../media/image5.png"/><Relationship Id="rId15" Type="http://schemas.openxmlformats.org/officeDocument/2006/relationships/image" Target="../media/image10.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7.png"/><Relationship Id="rId14" Type="http://schemas.openxmlformats.org/officeDocument/2006/relationships/customXml" Target="../ink/ink6.xml"/></Relationships>
</file>

<file path=ppt/slides/_rels/slide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www.chatgtp.com/" TargetMode="External"/><Relationship Id="rId2" Type="http://schemas.openxmlformats.org/officeDocument/2006/relationships/hyperlink" Target="http://www.google.com/" TargetMode="Externa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1" name="Title 1"/>
          <p:cNvSpPr>
            <a:spLocks noGrp="1"/>
          </p:cNvSpPr>
          <p:nvPr>
            <p:ph type="title"/>
          </p:nvPr>
        </p:nvSpPr>
        <p:spPr>
          <a:xfrm>
            <a:off x="457200" y="304800"/>
            <a:ext cx="8229600" cy="1219200"/>
          </a:xfrm>
        </p:spPr>
        <p:txBody>
          <a:bodyPr/>
          <a:lstStyle/>
          <a:p>
            <a:r>
              <a:rPr lang="en-US" b="1" dirty="0"/>
              <a:t>Content</a:t>
            </a:r>
          </a:p>
        </p:txBody>
      </p:sp>
      <p:sp>
        <p:nvSpPr>
          <p:cNvPr id="1048602" name="Content Placeholder 2"/>
          <p:cNvSpPr>
            <a:spLocks noGrp="1"/>
          </p:cNvSpPr>
          <p:nvPr>
            <p:ph idx="1"/>
          </p:nvPr>
        </p:nvSpPr>
        <p:spPr>
          <a:xfrm>
            <a:off x="457200" y="1600200"/>
            <a:ext cx="8229600" cy="5029200"/>
          </a:xfrm>
        </p:spPr>
        <p:txBody>
          <a:bodyPr>
            <a:noAutofit/>
          </a:bodyPr>
          <a:lstStyle/>
          <a:p>
            <a:r>
              <a:rPr lang="en-US" sz="2400" dirty="0"/>
              <a:t>What is VPN</a:t>
            </a:r>
          </a:p>
          <a:p>
            <a:r>
              <a:rPr lang="en-US" sz="2400" dirty="0"/>
              <a:t>Types of VPN’s</a:t>
            </a:r>
          </a:p>
          <a:p>
            <a:r>
              <a:rPr lang="en-US" sz="2400" dirty="0"/>
              <a:t>How does it work?</a:t>
            </a:r>
          </a:p>
          <a:p>
            <a:r>
              <a:rPr lang="en-US" sz="2400" dirty="0"/>
              <a:t>Protocols</a:t>
            </a:r>
          </a:p>
          <a:p>
            <a:r>
              <a:rPr lang="en-US" sz="2400" dirty="0"/>
              <a:t>Security: Firewalls</a:t>
            </a:r>
          </a:p>
          <a:p>
            <a:r>
              <a:rPr lang="en-US" sz="2400" dirty="0"/>
              <a:t>VPN Devices</a:t>
            </a:r>
          </a:p>
          <a:p>
            <a:r>
              <a:rPr lang="en-US" sz="2400" dirty="0"/>
              <a:t>Advantages</a:t>
            </a:r>
          </a:p>
          <a:p>
            <a:r>
              <a:rPr lang="en-US" sz="2400" dirty="0"/>
              <a:t>Disadvantages</a:t>
            </a:r>
          </a:p>
          <a:p>
            <a:r>
              <a:rPr lang="en-US" sz="2400" dirty="0"/>
              <a:t>Features</a:t>
            </a:r>
          </a:p>
          <a:p>
            <a:r>
              <a:rPr lang="en-US" sz="2400" dirty="0"/>
              <a:t>Future</a:t>
            </a:r>
          </a:p>
          <a:p>
            <a:r>
              <a:rPr lang="en-US" sz="2400" dirty="0"/>
              <a:t>Conclusion</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Title 1"/>
          <p:cNvSpPr>
            <a:spLocks noGrp="1"/>
          </p:cNvSpPr>
          <p:nvPr>
            <p:ph type="title"/>
          </p:nvPr>
        </p:nvSpPr>
        <p:spPr>
          <a:xfrm>
            <a:off x="457200" y="457200"/>
            <a:ext cx="8229600" cy="990600"/>
          </a:xfrm>
        </p:spPr>
        <p:txBody>
          <a:bodyPr>
            <a:normAutofit/>
          </a:bodyPr>
          <a:lstStyle/>
          <a:p>
            <a:r>
              <a:rPr lang="en-US" b="1" dirty="0"/>
              <a:t>What is VPN</a:t>
            </a:r>
          </a:p>
        </p:txBody>
      </p:sp>
      <p:sp>
        <p:nvSpPr>
          <p:cNvPr id="1048604" name="Content Placeholder 2"/>
          <p:cNvSpPr>
            <a:spLocks noGrp="1"/>
          </p:cNvSpPr>
          <p:nvPr>
            <p:ph idx="1"/>
          </p:nvPr>
        </p:nvSpPr>
        <p:spPr>
          <a:xfrm>
            <a:off x="457200" y="1905000"/>
            <a:ext cx="4648200" cy="4648200"/>
          </a:xfrm>
        </p:spPr>
        <p:txBody>
          <a:bodyPr>
            <a:normAutofit fontScale="26923" lnSpcReduction="20000"/>
          </a:bodyPr>
          <a:lstStyle/>
          <a:p>
            <a:pPr>
              <a:buClr>
                <a:srgbClr val="003399"/>
              </a:buClr>
            </a:pPr>
            <a:r>
              <a:rPr lang="en-US" sz="8000" dirty="0">
                <a:latin typeface="Times New Roman" pitchFamily="18" charset="0"/>
                <a:cs typeface="Times New Roman" pitchFamily="18" charset="0"/>
              </a:rPr>
              <a:t>Virtual Private Network is a type of private network that uses public telecommunication, such as the Internet, instead of leased lines to communicate.</a:t>
            </a:r>
            <a:br>
              <a:rPr lang="en-US" sz="8000" dirty="0">
                <a:latin typeface="Times New Roman" pitchFamily="18" charset="0"/>
                <a:cs typeface="Times New Roman" pitchFamily="18" charset="0"/>
              </a:rPr>
            </a:br>
            <a:endParaRPr lang="en-US" sz="8000" dirty="0">
              <a:latin typeface="Times New Roman" pitchFamily="18" charset="0"/>
              <a:cs typeface="Times New Roman" pitchFamily="18" charset="0"/>
            </a:endParaRPr>
          </a:p>
          <a:p>
            <a:pPr>
              <a:buClr>
                <a:srgbClr val="003399"/>
              </a:buClr>
            </a:pPr>
            <a:r>
              <a:rPr lang="en-US" sz="8000" dirty="0">
                <a:latin typeface="Times New Roman" pitchFamily="18" charset="0"/>
                <a:cs typeface="Times New Roman" pitchFamily="18" charset="0"/>
              </a:rPr>
              <a:t>Became popular as more employees worked in remote locations.</a:t>
            </a:r>
            <a:br>
              <a:rPr lang="en-US" sz="8000" dirty="0">
                <a:latin typeface="Times New Roman" pitchFamily="18" charset="0"/>
                <a:cs typeface="Times New Roman" pitchFamily="18" charset="0"/>
              </a:rPr>
            </a:br>
            <a:endParaRPr lang="en-US" sz="8000" dirty="0">
              <a:latin typeface="Times New Roman" pitchFamily="18" charset="0"/>
              <a:cs typeface="Times New Roman" pitchFamily="18" charset="0"/>
            </a:endParaRPr>
          </a:p>
          <a:p>
            <a:pPr>
              <a:buClr>
                <a:srgbClr val="003399"/>
              </a:buClr>
            </a:pPr>
            <a:r>
              <a:rPr lang="en-US" sz="8000" dirty="0">
                <a:latin typeface="Times New Roman" pitchFamily="18" charset="0"/>
                <a:cs typeface="Times New Roman" pitchFamily="18" charset="0"/>
              </a:rPr>
              <a:t>Terminologies to understand how VPNs work.</a:t>
            </a:r>
          </a:p>
          <a:p>
            <a:pPr>
              <a:buNone/>
            </a:pPr>
            <a:endParaRPr lang="en-US" dirty="0"/>
          </a:p>
        </p:txBody>
      </p:sp>
      <p:pic>
        <p:nvPicPr>
          <p:cNvPr id="2097154" name="Picture 5" descr="VPN RAS Architecture"/>
          <p:cNvPicPr>
            <a:picLocks noChangeAspect="1" noChangeArrowheads="1"/>
          </p:cNvPicPr>
          <p:nvPr/>
        </p:nvPicPr>
        <p:blipFill>
          <a:blip r:embed="rId2" cstate="print"/>
          <a:srcRect/>
          <a:stretch>
            <a:fillRect/>
          </a:stretch>
        </p:blipFill>
        <p:spPr>
          <a:xfrm>
            <a:off x="5410200" y="2057400"/>
            <a:ext cx="3448050" cy="4267200"/>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5" name="Title 1"/>
          <p:cNvSpPr>
            <a:spLocks noGrp="1"/>
          </p:cNvSpPr>
          <p:nvPr>
            <p:ph type="title"/>
          </p:nvPr>
        </p:nvSpPr>
        <p:spPr>
          <a:xfrm>
            <a:off x="457200" y="704088"/>
            <a:ext cx="8229600" cy="819912"/>
          </a:xfrm>
        </p:spPr>
        <p:txBody>
          <a:bodyPr>
            <a:normAutofit fontScale="94000"/>
          </a:bodyPr>
          <a:lstStyle/>
          <a:p>
            <a:r>
              <a:rPr lang="en-US" b="1" dirty="0"/>
              <a:t>Types of VPN’s</a:t>
            </a:r>
          </a:p>
        </p:txBody>
      </p:sp>
      <p:sp>
        <p:nvSpPr>
          <p:cNvPr id="1048606" name="Content Placeholder 2"/>
          <p:cNvSpPr>
            <a:spLocks noGrp="1"/>
          </p:cNvSpPr>
          <p:nvPr>
            <p:ph idx="1"/>
          </p:nvPr>
        </p:nvSpPr>
        <p:spPr/>
        <p:txBody>
          <a:bodyPr/>
          <a:lstStyle/>
          <a:p>
            <a:r>
              <a:rPr lang="en-US" dirty="0"/>
              <a:t>Remote-Access VPN</a:t>
            </a:r>
          </a:p>
          <a:p>
            <a:pPr>
              <a:buFont typeface="Wingdings" pitchFamily="2" charset="2"/>
              <a:buNone/>
            </a:pPr>
            <a:endParaRPr lang="en-US" dirty="0"/>
          </a:p>
          <a:p>
            <a:r>
              <a:rPr lang="en-US" dirty="0"/>
              <a:t>Site-to-Site VPN (</a:t>
            </a:r>
            <a:r>
              <a:rPr lang="en-US" b="1" dirty="0"/>
              <a:t>Intranet-based</a:t>
            </a:r>
            <a:r>
              <a:rPr lang="en-US" dirty="0"/>
              <a:t>)</a:t>
            </a:r>
          </a:p>
          <a:p>
            <a:pPr>
              <a:buFont typeface="Wingdings" pitchFamily="2" charset="2"/>
              <a:buNone/>
            </a:pPr>
            <a:endParaRPr lang="en-US" dirty="0"/>
          </a:p>
          <a:p>
            <a:r>
              <a:rPr lang="en-US" dirty="0"/>
              <a:t>Site-to-Site VPN (</a:t>
            </a:r>
            <a:r>
              <a:rPr lang="en-US" b="1" dirty="0"/>
              <a:t>Extranet-based</a:t>
            </a:r>
            <a:r>
              <a:rPr lang="en-US" dirty="0"/>
              <a:t>)</a:t>
            </a:r>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7" name="Title 1"/>
          <p:cNvSpPr>
            <a:spLocks noGrp="1"/>
          </p:cNvSpPr>
          <p:nvPr>
            <p:ph type="title"/>
          </p:nvPr>
        </p:nvSpPr>
        <p:spPr>
          <a:xfrm>
            <a:off x="609600" y="800100"/>
            <a:ext cx="8229600" cy="1143000"/>
          </a:xfrm>
        </p:spPr>
        <p:txBody>
          <a:bodyPr>
            <a:normAutofit fontScale="90000"/>
          </a:bodyPr>
          <a:lstStyle/>
          <a:p>
            <a:r>
              <a:rPr lang="en-US" b="1" dirty="0"/>
              <a:t>Remote-Access VPN</a:t>
            </a:r>
            <a:br>
              <a:rPr lang="en-US" b="1" dirty="0"/>
            </a:br>
            <a:endParaRPr lang="en-US" b="1" dirty="0"/>
          </a:p>
        </p:txBody>
      </p:sp>
      <p:sp>
        <p:nvSpPr>
          <p:cNvPr id="1048608" name="Content Placeholder 2"/>
          <p:cNvSpPr>
            <a:spLocks noGrp="1"/>
          </p:cNvSpPr>
          <p:nvPr>
            <p:ph idx="1"/>
          </p:nvPr>
        </p:nvSpPr>
        <p:spPr>
          <a:xfrm>
            <a:off x="457200" y="1371600"/>
            <a:ext cx="8229600" cy="4953000"/>
          </a:xfrm>
        </p:spPr>
        <p:txBody>
          <a:bodyPr>
            <a:noAutofit/>
          </a:bodyPr>
          <a:lstStyle/>
          <a:p>
            <a:r>
              <a:rPr lang="en-US" sz="2800" dirty="0"/>
              <a:t> A remote access VPN is for home or travelling users who need to access their central LAN from a remote location. </a:t>
            </a:r>
          </a:p>
          <a:p>
            <a:r>
              <a:rPr lang="en-US" sz="2800" dirty="0"/>
              <a:t>They dial their ISP and connect over the internet to the LAN. </a:t>
            </a:r>
          </a:p>
          <a:p>
            <a:r>
              <a:rPr lang="en-US" sz="2800" dirty="0"/>
              <a:t>This is made possible by installing a client software program on the remote user’s laptop or PC that deals with the encryption and decryption of the VPN traffic between itself and the VPN gateway on the central LAN.</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9" name="Title 1"/>
          <p:cNvSpPr>
            <a:spLocks noGrp="1"/>
          </p:cNvSpPr>
          <p:nvPr>
            <p:ph type="title"/>
          </p:nvPr>
        </p:nvSpPr>
        <p:spPr/>
        <p:txBody>
          <a:bodyPr/>
          <a:lstStyle/>
          <a:p>
            <a:r>
              <a:rPr lang="en-US" b="1" dirty="0"/>
              <a:t>Site-to-Site VPN </a:t>
            </a:r>
          </a:p>
        </p:txBody>
      </p:sp>
      <p:sp>
        <p:nvSpPr>
          <p:cNvPr id="1048610" name="Content Placeholder 2"/>
          <p:cNvSpPr>
            <a:spLocks noGrp="1"/>
          </p:cNvSpPr>
          <p:nvPr>
            <p:ph idx="1"/>
          </p:nvPr>
        </p:nvSpPr>
        <p:spPr/>
        <p:txBody>
          <a:bodyPr>
            <a:normAutofit lnSpcReduction="10000"/>
          </a:bodyPr>
          <a:lstStyle/>
          <a:p>
            <a:r>
              <a:rPr lang="en-US" sz="2800" b="1" dirty="0"/>
              <a:t>Intranet-based</a:t>
            </a:r>
            <a:r>
              <a:rPr lang="en-US" sz="2800" dirty="0"/>
              <a:t> - If a company has one or more remote locations that they wish to join in a single private network, they can create an intranet VPN to connect LAN to LAN.</a:t>
            </a:r>
          </a:p>
          <a:p>
            <a:r>
              <a:rPr lang="en-US" sz="2800" b="1" dirty="0"/>
              <a:t>Extranet-based</a:t>
            </a:r>
            <a:r>
              <a:rPr lang="en-US" sz="2800" dirty="0"/>
              <a:t> - When a company has a close relationship with another company (for example, a partner, supplier or customer), they can build an extranet VPN that connects LAN to LAN, and that allows all of the various companies to work in a shared environment. </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7EF5C-AE2A-2ABB-5841-E572B194B1FD}"/>
              </a:ext>
            </a:extLst>
          </p:cNvPr>
          <p:cNvSpPr>
            <a:spLocks noGrp="1"/>
          </p:cNvSpPr>
          <p:nvPr>
            <p:ph type="title"/>
          </p:nvPr>
        </p:nvSpPr>
        <p:spPr/>
        <p:txBody>
          <a:bodyPr/>
          <a:lstStyle/>
          <a:p>
            <a:pPr algn="ctr"/>
            <a:r>
              <a:rPr lang="en-US" dirty="0"/>
              <a:t>VPN information</a:t>
            </a:r>
            <a:endParaRPr lang="en-IN" dirty="0"/>
          </a:p>
        </p:txBody>
      </p:sp>
      <p:pic>
        <p:nvPicPr>
          <p:cNvPr id="5" name="Content Placeholder 4">
            <a:extLst>
              <a:ext uri="{FF2B5EF4-FFF2-40B4-BE49-F238E27FC236}">
                <a16:creationId xmlns:a16="http://schemas.microsoft.com/office/drawing/2014/main" id="{D76E1CE0-FD90-390D-0107-EB869900724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0" y="1858963"/>
            <a:ext cx="8839200" cy="4922837"/>
          </a:xfrm>
        </p:spPr>
      </p:pic>
      <p:pic>
        <p:nvPicPr>
          <p:cNvPr id="4" name="Picture 3" descr="A graph of a network&#10;&#10;AI-generated content may be incorrect.">
            <a:extLst>
              <a:ext uri="{FF2B5EF4-FFF2-40B4-BE49-F238E27FC236}">
                <a16:creationId xmlns:a16="http://schemas.microsoft.com/office/drawing/2014/main" id="{5B6ECBDD-C430-A186-9AFA-9D2365E3AB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2438400"/>
            <a:ext cx="3352800" cy="2152650"/>
          </a:xfrm>
          <a:prstGeom prst="rect">
            <a:avLst/>
          </a:prstGeom>
        </p:spPr>
      </p:pic>
      <mc:AlternateContent xmlns:mc="http://schemas.openxmlformats.org/markup-compatibility/2006">
        <mc:Choice xmlns:p14="http://schemas.microsoft.com/office/powerpoint/2010/main" Requires="p14">
          <p:contentPart p14:bwMode="auto" r:id="rId4">
            <p14:nvContentPartPr>
              <p14:cNvPr id="9" name="Ink 8">
                <a:extLst>
                  <a:ext uri="{FF2B5EF4-FFF2-40B4-BE49-F238E27FC236}">
                    <a16:creationId xmlns:a16="http://schemas.microsoft.com/office/drawing/2014/main" id="{54D0D9B1-95A0-76A7-009C-32C4BD007E6E}"/>
                  </a:ext>
                </a:extLst>
              </p14:cNvPr>
              <p14:cNvContentPartPr/>
              <p14:nvPr/>
            </p14:nvContentPartPr>
            <p14:xfrm>
              <a:off x="777519" y="4635328"/>
              <a:ext cx="2768760" cy="234000"/>
            </p14:xfrm>
          </p:contentPart>
        </mc:Choice>
        <mc:Fallback>
          <p:pic>
            <p:nvPicPr>
              <p:cNvPr id="9" name="Ink 8">
                <a:extLst>
                  <a:ext uri="{FF2B5EF4-FFF2-40B4-BE49-F238E27FC236}">
                    <a16:creationId xmlns:a16="http://schemas.microsoft.com/office/drawing/2014/main" id="{54D0D9B1-95A0-76A7-009C-32C4BD007E6E}"/>
                  </a:ext>
                </a:extLst>
              </p:cNvPr>
              <p:cNvPicPr/>
              <p:nvPr/>
            </p:nvPicPr>
            <p:blipFill>
              <a:blip r:embed="rId5"/>
              <a:stretch>
                <a:fillRect/>
              </a:stretch>
            </p:blipFill>
            <p:spPr>
              <a:xfrm>
                <a:off x="771399" y="4629208"/>
                <a:ext cx="2781000" cy="2462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5" name="Ink 14">
                <a:extLst>
                  <a:ext uri="{FF2B5EF4-FFF2-40B4-BE49-F238E27FC236}">
                    <a16:creationId xmlns:a16="http://schemas.microsoft.com/office/drawing/2014/main" id="{9B1591CB-16BD-3DA0-08E6-CECD50B565F4}"/>
                  </a:ext>
                </a:extLst>
              </p14:cNvPr>
              <p14:cNvContentPartPr/>
              <p14:nvPr/>
            </p14:nvContentPartPr>
            <p14:xfrm>
              <a:off x="868986" y="4668391"/>
              <a:ext cx="887400" cy="68400"/>
            </p14:xfrm>
          </p:contentPart>
        </mc:Choice>
        <mc:Fallback>
          <p:pic>
            <p:nvPicPr>
              <p:cNvPr id="15" name="Ink 14">
                <a:extLst>
                  <a:ext uri="{FF2B5EF4-FFF2-40B4-BE49-F238E27FC236}">
                    <a16:creationId xmlns:a16="http://schemas.microsoft.com/office/drawing/2014/main" id="{9B1591CB-16BD-3DA0-08E6-CECD50B565F4}"/>
                  </a:ext>
                </a:extLst>
              </p:cNvPr>
              <p:cNvPicPr/>
              <p:nvPr/>
            </p:nvPicPr>
            <p:blipFill>
              <a:blip r:embed="rId7"/>
              <a:stretch>
                <a:fillRect/>
              </a:stretch>
            </p:blipFill>
            <p:spPr>
              <a:xfrm>
                <a:off x="862866" y="4662271"/>
                <a:ext cx="899640" cy="806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6" name="Ink 15">
                <a:extLst>
                  <a:ext uri="{FF2B5EF4-FFF2-40B4-BE49-F238E27FC236}">
                    <a16:creationId xmlns:a16="http://schemas.microsoft.com/office/drawing/2014/main" id="{94D351B8-242B-70AE-76DB-FBC5A3299AAE}"/>
                  </a:ext>
                </a:extLst>
              </p14:cNvPr>
              <p14:cNvContentPartPr/>
              <p14:nvPr/>
            </p14:nvContentPartPr>
            <p14:xfrm>
              <a:off x="152226" y="4449151"/>
              <a:ext cx="360" cy="360"/>
            </p14:xfrm>
          </p:contentPart>
        </mc:Choice>
        <mc:Fallback>
          <p:pic>
            <p:nvPicPr>
              <p:cNvPr id="16" name="Ink 15">
                <a:extLst>
                  <a:ext uri="{FF2B5EF4-FFF2-40B4-BE49-F238E27FC236}">
                    <a16:creationId xmlns:a16="http://schemas.microsoft.com/office/drawing/2014/main" id="{94D351B8-242B-70AE-76DB-FBC5A3299AAE}"/>
                  </a:ext>
                </a:extLst>
              </p:cNvPr>
              <p:cNvPicPr/>
              <p:nvPr/>
            </p:nvPicPr>
            <p:blipFill>
              <a:blip r:embed="rId9"/>
              <a:stretch>
                <a:fillRect/>
              </a:stretch>
            </p:blipFill>
            <p:spPr>
              <a:xfrm>
                <a:off x="89226" y="4386511"/>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7" name="Ink 16">
                <a:extLst>
                  <a:ext uri="{FF2B5EF4-FFF2-40B4-BE49-F238E27FC236}">
                    <a16:creationId xmlns:a16="http://schemas.microsoft.com/office/drawing/2014/main" id="{2CE4E1AC-0EB0-5860-2E0C-6E964DD52F1E}"/>
                  </a:ext>
                </a:extLst>
              </p14:cNvPr>
              <p14:cNvContentPartPr/>
              <p14:nvPr/>
            </p14:nvContentPartPr>
            <p14:xfrm>
              <a:off x="882666" y="4621591"/>
              <a:ext cx="2790720" cy="142920"/>
            </p14:xfrm>
          </p:contentPart>
        </mc:Choice>
        <mc:Fallback>
          <p:pic>
            <p:nvPicPr>
              <p:cNvPr id="17" name="Ink 16">
                <a:extLst>
                  <a:ext uri="{FF2B5EF4-FFF2-40B4-BE49-F238E27FC236}">
                    <a16:creationId xmlns:a16="http://schemas.microsoft.com/office/drawing/2014/main" id="{2CE4E1AC-0EB0-5860-2E0C-6E964DD52F1E}"/>
                  </a:ext>
                </a:extLst>
              </p:cNvPr>
              <p:cNvPicPr/>
              <p:nvPr/>
            </p:nvPicPr>
            <p:blipFill>
              <a:blip r:embed="rId11"/>
              <a:stretch>
                <a:fillRect/>
              </a:stretch>
            </p:blipFill>
            <p:spPr>
              <a:xfrm>
                <a:off x="819666" y="4558951"/>
                <a:ext cx="2916360" cy="2685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8" name="Ink 17">
                <a:extLst>
                  <a:ext uri="{FF2B5EF4-FFF2-40B4-BE49-F238E27FC236}">
                    <a16:creationId xmlns:a16="http://schemas.microsoft.com/office/drawing/2014/main" id="{A8579777-0987-AF04-0350-FA58E16C8558}"/>
                  </a:ext>
                </a:extLst>
              </p14:cNvPr>
              <p14:cNvContentPartPr/>
              <p14:nvPr/>
            </p14:nvContentPartPr>
            <p14:xfrm>
              <a:off x="4588877" y="4979576"/>
              <a:ext cx="248400" cy="933840"/>
            </p14:xfrm>
          </p:contentPart>
        </mc:Choice>
        <mc:Fallback>
          <p:pic>
            <p:nvPicPr>
              <p:cNvPr id="18" name="Ink 17">
                <a:extLst>
                  <a:ext uri="{FF2B5EF4-FFF2-40B4-BE49-F238E27FC236}">
                    <a16:creationId xmlns:a16="http://schemas.microsoft.com/office/drawing/2014/main" id="{A8579777-0987-AF04-0350-FA58E16C8558}"/>
                  </a:ext>
                </a:extLst>
              </p:cNvPr>
              <p:cNvPicPr/>
              <p:nvPr/>
            </p:nvPicPr>
            <p:blipFill>
              <a:blip r:embed="rId13"/>
              <a:stretch>
                <a:fillRect/>
              </a:stretch>
            </p:blipFill>
            <p:spPr>
              <a:xfrm>
                <a:off x="4525877" y="4916576"/>
                <a:ext cx="374040" cy="1059480"/>
              </a:xfrm>
              <a:prstGeom prst="rect">
                <a:avLst/>
              </a:prstGeom>
            </p:spPr>
          </p:pic>
        </mc:Fallback>
      </mc:AlternateContent>
      <p:sp>
        <p:nvSpPr>
          <p:cNvPr id="19" name="TextBox 18">
            <a:extLst>
              <a:ext uri="{FF2B5EF4-FFF2-40B4-BE49-F238E27FC236}">
                <a16:creationId xmlns:a16="http://schemas.microsoft.com/office/drawing/2014/main" id="{FBDCFF80-0E44-4BA5-B1A2-6C22ECCBB510}"/>
              </a:ext>
            </a:extLst>
          </p:cNvPr>
          <p:cNvSpPr txBox="1"/>
          <p:nvPr/>
        </p:nvSpPr>
        <p:spPr>
          <a:xfrm>
            <a:off x="4633183" y="5708071"/>
            <a:ext cx="1828800" cy="261610"/>
          </a:xfrm>
          <a:prstGeom prst="rect">
            <a:avLst/>
          </a:prstGeom>
          <a:noFill/>
        </p:spPr>
        <p:txBody>
          <a:bodyPr wrap="square" rtlCol="0">
            <a:spAutoFit/>
          </a:bodyPr>
          <a:lstStyle/>
          <a:p>
            <a:r>
              <a:rPr lang="en-US" sz="1050" b="1" kern="1200" dirty="0">
                <a:solidFill>
                  <a:schemeClr val="tx1"/>
                </a:solidFill>
                <a:latin typeface="+mj-lt"/>
                <a:ea typeface="+mn-ea"/>
                <a:cs typeface="+mn-cs"/>
              </a:rPr>
              <a:t>2024</a:t>
            </a:r>
          </a:p>
        </p:txBody>
      </p:sp>
      <mc:AlternateContent xmlns:mc="http://schemas.openxmlformats.org/markup-compatibility/2006">
        <mc:Choice xmlns:p14="http://schemas.microsoft.com/office/powerpoint/2010/main" Requires="p14">
          <p:contentPart p14:bwMode="auto" r:id="rId14">
            <p14:nvContentPartPr>
              <p14:cNvPr id="20" name="Ink 19">
                <a:extLst>
                  <a:ext uri="{FF2B5EF4-FFF2-40B4-BE49-F238E27FC236}">
                    <a16:creationId xmlns:a16="http://schemas.microsoft.com/office/drawing/2014/main" id="{A621C562-BD0A-956F-C346-1075CC696E33}"/>
                  </a:ext>
                </a:extLst>
              </p14:cNvPr>
              <p14:cNvContentPartPr/>
              <p14:nvPr/>
            </p14:nvContentPartPr>
            <p14:xfrm>
              <a:off x="4519359" y="4788672"/>
              <a:ext cx="66240" cy="665640"/>
            </p14:xfrm>
          </p:contentPart>
        </mc:Choice>
        <mc:Fallback>
          <p:pic>
            <p:nvPicPr>
              <p:cNvPr id="20" name="Ink 19">
                <a:extLst>
                  <a:ext uri="{FF2B5EF4-FFF2-40B4-BE49-F238E27FC236}">
                    <a16:creationId xmlns:a16="http://schemas.microsoft.com/office/drawing/2014/main" id="{A621C562-BD0A-956F-C346-1075CC696E33}"/>
                  </a:ext>
                </a:extLst>
              </p:cNvPr>
              <p:cNvPicPr/>
              <p:nvPr/>
            </p:nvPicPr>
            <p:blipFill>
              <a:blip r:embed="rId15"/>
              <a:stretch>
                <a:fillRect/>
              </a:stretch>
            </p:blipFill>
            <p:spPr>
              <a:xfrm>
                <a:off x="4456719" y="4726032"/>
                <a:ext cx="191880" cy="7912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1" name="Ink 20">
                <a:extLst>
                  <a:ext uri="{FF2B5EF4-FFF2-40B4-BE49-F238E27FC236}">
                    <a16:creationId xmlns:a16="http://schemas.microsoft.com/office/drawing/2014/main" id="{BCC85947-2A97-24D5-C469-CD866B605E13}"/>
                  </a:ext>
                </a:extLst>
              </p14:cNvPr>
              <p14:cNvContentPartPr/>
              <p14:nvPr/>
            </p14:nvContentPartPr>
            <p14:xfrm>
              <a:off x="-1994121" y="3205392"/>
              <a:ext cx="360" cy="360"/>
            </p14:xfrm>
          </p:contentPart>
        </mc:Choice>
        <mc:Fallback>
          <p:pic>
            <p:nvPicPr>
              <p:cNvPr id="21" name="Ink 20">
                <a:extLst>
                  <a:ext uri="{FF2B5EF4-FFF2-40B4-BE49-F238E27FC236}">
                    <a16:creationId xmlns:a16="http://schemas.microsoft.com/office/drawing/2014/main" id="{BCC85947-2A97-24D5-C469-CD866B605E13}"/>
                  </a:ext>
                </a:extLst>
              </p:cNvPr>
              <p:cNvPicPr/>
              <p:nvPr/>
            </p:nvPicPr>
            <p:blipFill>
              <a:blip r:embed="rId17"/>
              <a:stretch>
                <a:fillRect/>
              </a:stretch>
            </p:blipFill>
            <p:spPr>
              <a:xfrm>
                <a:off x="-1998441" y="3201072"/>
                <a:ext cx="9000" cy="9000"/>
              </a:xfrm>
              <a:prstGeom prst="rect">
                <a:avLst/>
              </a:prstGeom>
            </p:spPr>
          </p:pic>
        </mc:Fallback>
      </mc:AlternateContent>
      <p:sp>
        <p:nvSpPr>
          <p:cNvPr id="22" name="TextBox 21">
            <a:extLst>
              <a:ext uri="{FF2B5EF4-FFF2-40B4-BE49-F238E27FC236}">
                <a16:creationId xmlns:a16="http://schemas.microsoft.com/office/drawing/2014/main" id="{58835DE1-6B47-1BA6-50DA-EC49B35ACAF0}"/>
              </a:ext>
            </a:extLst>
          </p:cNvPr>
          <p:cNvSpPr txBox="1"/>
          <p:nvPr/>
        </p:nvSpPr>
        <p:spPr>
          <a:xfrm>
            <a:off x="4633183" y="5411623"/>
            <a:ext cx="1828800" cy="261610"/>
          </a:xfrm>
          <a:prstGeom prst="rect">
            <a:avLst/>
          </a:prstGeom>
          <a:noFill/>
        </p:spPr>
        <p:txBody>
          <a:bodyPr wrap="square" rtlCol="0">
            <a:spAutoFit/>
          </a:bodyPr>
          <a:lstStyle/>
          <a:p>
            <a:r>
              <a:rPr lang="en-US" sz="1050" b="1" kern="1200" dirty="0">
                <a:solidFill>
                  <a:schemeClr val="tx1"/>
                </a:solidFill>
                <a:latin typeface="+mj-lt"/>
                <a:ea typeface="+mn-ea"/>
                <a:cs typeface="+mn-cs"/>
              </a:rPr>
              <a:t>2026</a:t>
            </a:r>
          </a:p>
        </p:txBody>
      </p:sp>
      <p:sp>
        <p:nvSpPr>
          <p:cNvPr id="23" name="TextBox 22">
            <a:extLst>
              <a:ext uri="{FF2B5EF4-FFF2-40B4-BE49-F238E27FC236}">
                <a16:creationId xmlns:a16="http://schemas.microsoft.com/office/drawing/2014/main" id="{E464A12E-BC1D-4751-0DD1-E2ACBF7AD873}"/>
              </a:ext>
            </a:extLst>
          </p:cNvPr>
          <p:cNvSpPr txBox="1"/>
          <p:nvPr/>
        </p:nvSpPr>
        <p:spPr>
          <a:xfrm>
            <a:off x="4627252" y="5121868"/>
            <a:ext cx="1905000" cy="253916"/>
          </a:xfrm>
          <a:prstGeom prst="rect">
            <a:avLst/>
          </a:prstGeom>
          <a:noFill/>
        </p:spPr>
        <p:txBody>
          <a:bodyPr wrap="square" rtlCol="0">
            <a:spAutoFit/>
          </a:bodyPr>
          <a:lstStyle/>
          <a:p>
            <a:r>
              <a:rPr lang="en-US" sz="1050" b="1" kern="1200" dirty="0">
                <a:solidFill>
                  <a:schemeClr val="tx1"/>
                </a:solidFill>
                <a:latin typeface="+mj-lt"/>
                <a:ea typeface="+mn-ea"/>
                <a:cs typeface="+mn-cs"/>
              </a:rPr>
              <a:t>2028</a:t>
            </a:r>
          </a:p>
        </p:txBody>
      </p:sp>
      <p:sp>
        <p:nvSpPr>
          <p:cNvPr id="24" name="TextBox 23">
            <a:extLst>
              <a:ext uri="{FF2B5EF4-FFF2-40B4-BE49-F238E27FC236}">
                <a16:creationId xmlns:a16="http://schemas.microsoft.com/office/drawing/2014/main" id="{A4C0E301-9260-914F-89B1-F4BF73C6A2EE}"/>
              </a:ext>
            </a:extLst>
          </p:cNvPr>
          <p:cNvSpPr txBox="1"/>
          <p:nvPr/>
        </p:nvSpPr>
        <p:spPr>
          <a:xfrm>
            <a:off x="4621238" y="4836917"/>
            <a:ext cx="2286000" cy="253916"/>
          </a:xfrm>
          <a:prstGeom prst="rect">
            <a:avLst/>
          </a:prstGeom>
          <a:noFill/>
        </p:spPr>
        <p:txBody>
          <a:bodyPr wrap="square" rtlCol="0">
            <a:spAutoFit/>
          </a:bodyPr>
          <a:lstStyle/>
          <a:p>
            <a:r>
              <a:rPr lang="en-US" sz="1050" b="1" kern="1200" dirty="0">
                <a:solidFill>
                  <a:schemeClr val="tx1"/>
                </a:solidFill>
                <a:latin typeface="+mj-lt"/>
                <a:ea typeface="+mn-ea"/>
                <a:cs typeface="+mn-cs"/>
              </a:rPr>
              <a:t>2030</a:t>
            </a:r>
          </a:p>
        </p:txBody>
      </p:sp>
    </p:spTree>
    <p:extLst>
      <p:ext uri="{BB962C8B-B14F-4D97-AF65-F5344CB8AC3E}">
        <p14:creationId xmlns:p14="http://schemas.microsoft.com/office/powerpoint/2010/main" val="21515470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1" name="Title 1"/>
          <p:cNvSpPr>
            <a:spLocks noGrp="1"/>
          </p:cNvSpPr>
          <p:nvPr>
            <p:ph type="title"/>
          </p:nvPr>
        </p:nvSpPr>
        <p:spPr>
          <a:xfrm>
            <a:off x="457200" y="228600"/>
            <a:ext cx="8229600" cy="1066800"/>
          </a:xfrm>
        </p:spPr>
        <p:txBody>
          <a:bodyPr/>
          <a:lstStyle/>
          <a:p>
            <a:r>
              <a:rPr lang="en-US" b="1" dirty="0"/>
              <a:t>All 3 types of VPN</a:t>
            </a:r>
          </a:p>
        </p:txBody>
      </p:sp>
      <p:pic>
        <p:nvPicPr>
          <p:cNvPr id="2097155" name="Picture 3" descr="vpn-type"/>
          <p:cNvPicPr>
            <a:picLocks noGrp="1" noChangeAspect="1" noChangeArrowheads="1"/>
          </p:cNvPicPr>
          <p:nvPr>
            <p:ph idx="1"/>
          </p:nvPr>
        </p:nvPicPr>
        <p:blipFill>
          <a:blip r:embed="rId2" cstate="print"/>
          <a:stretch>
            <a:fillRect/>
          </a:stretch>
        </p:blipFill>
        <p:spPr>
          <a:xfrm>
            <a:off x="457200" y="1524000"/>
            <a:ext cx="8229600" cy="5181600"/>
          </a:xfrm>
          <a:noFill/>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6" name="Picture 5" descr="http://www.drexel.edu/%7E/media/Images/irt/network/flowVPN.ashx?w=550&amp;h=394&amp;as=1"/>
          <p:cNvPicPr>
            <a:picLocks noChangeAspect="1" noChangeArrowheads="1"/>
          </p:cNvPicPr>
          <p:nvPr/>
        </p:nvPicPr>
        <p:blipFill>
          <a:blip r:embed="rId2" cstate="print"/>
          <a:srcRect/>
          <a:stretch>
            <a:fillRect/>
          </a:stretch>
        </p:blipFill>
        <p:spPr bwMode="auto">
          <a:xfrm>
            <a:off x="152400" y="228600"/>
            <a:ext cx="8686800" cy="6456961"/>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E13CD-6B4E-92AF-84E3-A4643621EABB}"/>
              </a:ext>
            </a:extLst>
          </p:cNvPr>
          <p:cNvSpPr>
            <a:spLocks noGrp="1"/>
          </p:cNvSpPr>
          <p:nvPr>
            <p:ph type="title"/>
          </p:nvPr>
        </p:nvSpPr>
        <p:spPr>
          <a:xfrm>
            <a:off x="381000" y="304800"/>
            <a:ext cx="8229600" cy="1143000"/>
          </a:xfrm>
        </p:spPr>
        <p:txBody>
          <a:bodyPr/>
          <a:lstStyle/>
          <a:p>
            <a:pPr algn="ctr"/>
            <a:r>
              <a:rPr lang="en-US" dirty="0"/>
              <a:t>VPN work </a:t>
            </a:r>
            <a:endParaRPr lang="en-IN" dirty="0"/>
          </a:p>
        </p:txBody>
      </p:sp>
      <p:pic>
        <p:nvPicPr>
          <p:cNvPr id="4" name="What_is_a_VPN__Virtual_Private_Network__VPN__Explained__How_it_Works___Why_You_Need_It(1080p)">
            <a:hlinkClick r:id="" action="ppaction://media"/>
            <a:extLst>
              <a:ext uri="{FF2B5EF4-FFF2-40B4-BE49-F238E27FC236}">
                <a16:creationId xmlns:a16="http://schemas.microsoft.com/office/drawing/2014/main" id="{DC814037-D390-F657-D6A5-AE3E16D44E83}"/>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0" y="1524000"/>
            <a:ext cx="9144000" cy="4800600"/>
          </a:xfrm>
        </p:spPr>
      </p:pic>
    </p:spTree>
    <p:extLst>
      <p:ext uri="{BB962C8B-B14F-4D97-AF65-F5344CB8AC3E}">
        <p14:creationId xmlns:p14="http://schemas.microsoft.com/office/powerpoint/2010/main" val="32697750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562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2" name="Title 1"/>
          <p:cNvSpPr>
            <a:spLocks noGrp="1"/>
          </p:cNvSpPr>
          <p:nvPr>
            <p:ph type="title"/>
          </p:nvPr>
        </p:nvSpPr>
        <p:spPr>
          <a:xfrm>
            <a:off x="457200" y="304800"/>
            <a:ext cx="8229600" cy="1143000"/>
          </a:xfrm>
        </p:spPr>
        <p:txBody>
          <a:bodyPr/>
          <a:lstStyle/>
          <a:p>
            <a:pPr algn="ctr"/>
            <a:r>
              <a:rPr lang="en-US" b="1" dirty="0"/>
              <a:t>Protocols used in VPN</a:t>
            </a:r>
          </a:p>
        </p:txBody>
      </p:sp>
      <p:sp>
        <p:nvSpPr>
          <p:cNvPr id="1048613" name="Content Placeholder 2"/>
          <p:cNvSpPr>
            <a:spLocks noGrp="1"/>
          </p:cNvSpPr>
          <p:nvPr>
            <p:ph idx="1"/>
          </p:nvPr>
        </p:nvSpPr>
        <p:spPr/>
        <p:txBody>
          <a:bodyPr/>
          <a:lstStyle/>
          <a:p>
            <a:pPr lvl="0"/>
            <a:r>
              <a:rPr lang="en-US" dirty="0">
                <a:latin typeface="Söhne"/>
              </a:rPr>
              <a:t>PPTP - Point-to-point tunneling protocol</a:t>
            </a:r>
          </a:p>
          <a:p>
            <a:pPr lvl="0"/>
            <a:r>
              <a:rPr lang="en-US" dirty="0">
                <a:latin typeface="Söhne"/>
              </a:rPr>
              <a:t>L2Tp – Layers to Tunneling Protocol</a:t>
            </a:r>
          </a:p>
          <a:p>
            <a:pPr lvl="0"/>
            <a:r>
              <a:rPr lang="en-US" dirty="0">
                <a:latin typeface="Söhne"/>
              </a:rPr>
              <a:t>IPSec - Internet protocol security</a:t>
            </a:r>
          </a:p>
          <a:p>
            <a:pPr lvl="0"/>
            <a:r>
              <a:rPr lang="en-US" dirty="0">
                <a:latin typeface="Söhne"/>
              </a:rPr>
              <a:t>SSL – Secure socket layer</a:t>
            </a:r>
          </a:p>
          <a:p>
            <a:r>
              <a:rPr lang="en-US" dirty="0">
                <a:latin typeface="Söhne"/>
              </a:rPr>
              <a:t>Encryption- Non human readable</a:t>
            </a:r>
          </a:p>
          <a:p>
            <a:pPr lvl="0">
              <a:buNone/>
            </a:pPr>
            <a:endParaRPr lang="en-US" dirty="0"/>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4" name="Title 1"/>
          <p:cNvSpPr>
            <a:spLocks noGrp="1"/>
          </p:cNvSpPr>
          <p:nvPr>
            <p:ph type="title"/>
          </p:nvPr>
        </p:nvSpPr>
        <p:spPr/>
        <p:txBody>
          <a:bodyPr>
            <a:normAutofit/>
          </a:bodyPr>
          <a:lstStyle/>
          <a:p>
            <a:pPr algn="ctr"/>
            <a:r>
              <a:rPr lang="en-US" b="1" dirty="0"/>
              <a:t>VPN Security: Firewall</a:t>
            </a:r>
          </a:p>
        </p:txBody>
      </p:sp>
      <p:sp>
        <p:nvSpPr>
          <p:cNvPr id="1048615" name="Content Placeholder 2"/>
          <p:cNvSpPr>
            <a:spLocks noGrp="1"/>
          </p:cNvSpPr>
          <p:nvPr>
            <p:ph idx="1"/>
          </p:nvPr>
        </p:nvSpPr>
        <p:spPr>
          <a:xfrm>
            <a:off x="457200" y="2209800"/>
            <a:ext cx="8229600" cy="4389120"/>
          </a:xfrm>
        </p:spPr>
        <p:txBody>
          <a:bodyPr>
            <a:normAutofit/>
          </a:bodyPr>
          <a:lstStyle/>
          <a:p>
            <a:pPr>
              <a:lnSpc>
                <a:spcPct val="80000"/>
              </a:lnSpc>
              <a:buFont typeface="Wingdings" pitchFamily="2" charset="2"/>
              <a:buNone/>
            </a:pPr>
            <a:r>
              <a:rPr lang="en-US" dirty="0"/>
              <a:t>A well-designed VPN uses several methods for keeping your connection and data secure: </a:t>
            </a:r>
          </a:p>
          <a:p>
            <a:pPr>
              <a:lnSpc>
                <a:spcPct val="80000"/>
              </a:lnSpc>
              <a:buFont typeface="Wingdings" pitchFamily="2" charset="2"/>
              <a:buNone/>
            </a:pPr>
            <a:endParaRPr lang="en-US" dirty="0"/>
          </a:p>
          <a:p>
            <a:pPr>
              <a:lnSpc>
                <a:spcPct val="80000"/>
              </a:lnSpc>
            </a:pPr>
            <a:r>
              <a:rPr lang="en-US" b="1" dirty="0"/>
              <a:t>Firewalls</a:t>
            </a:r>
            <a:endParaRPr lang="en-US" dirty="0"/>
          </a:p>
          <a:p>
            <a:pPr>
              <a:lnSpc>
                <a:spcPct val="80000"/>
              </a:lnSpc>
            </a:pPr>
            <a:r>
              <a:rPr lang="en-US" b="1" dirty="0"/>
              <a:t>Encryption</a:t>
            </a:r>
            <a:r>
              <a:rPr lang="en-US" dirty="0"/>
              <a:t> </a:t>
            </a:r>
          </a:p>
          <a:p>
            <a:pPr>
              <a:lnSpc>
                <a:spcPct val="80000"/>
              </a:lnSpc>
            </a:pPr>
            <a:r>
              <a:rPr lang="en-US" b="1" dirty="0"/>
              <a:t>IPSec</a:t>
            </a:r>
            <a:r>
              <a:rPr lang="en-US" dirty="0"/>
              <a:t> </a:t>
            </a:r>
          </a:p>
          <a:p>
            <a:pPr>
              <a:lnSpc>
                <a:spcPct val="80000"/>
              </a:lnSpc>
            </a:pPr>
            <a:r>
              <a:rPr lang="en-US" b="1" dirty="0"/>
              <a:t>AAA Server</a:t>
            </a:r>
          </a:p>
          <a:p>
            <a:pPr>
              <a:lnSpc>
                <a:spcPct val="80000"/>
              </a:lnSpc>
            </a:pPr>
            <a:r>
              <a:rPr lang="en-US" b="1" dirty="0"/>
              <a:t>(Authonatication,authorization,accounting)</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9F232-8B9E-BF91-B163-64B88A767848}"/>
              </a:ext>
            </a:extLst>
          </p:cNvPr>
          <p:cNvSpPr>
            <a:spLocks noGrp="1"/>
          </p:cNvSpPr>
          <p:nvPr>
            <p:ph type="title"/>
          </p:nvPr>
        </p:nvSpPr>
        <p:spPr/>
        <p:txBody>
          <a:bodyPr/>
          <a:lstStyle/>
          <a:p>
            <a:pPr algn="ctr"/>
            <a:r>
              <a:rPr lang="en-US" dirty="0"/>
              <a:t>Type of Firewalls</a:t>
            </a:r>
            <a:endParaRPr lang="en-IN" dirty="0"/>
          </a:p>
        </p:txBody>
      </p:sp>
      <p:sp>
        <p:nvSpPr>
          <p:cNvPr id="3" name="Content Placeholder 2">
            <a:extLst>
              <a:ext uri="{FF2B5EF4-FFF2-40B4-BE49-F238E27FC236}">
                <a16:creationId xmlns:a16="http://schemas.microsoft.com/office/drawing/2014/main" id="{F8C6E8C1-D696-F00F-1FB8-0F87C205441F}"/>
              </a:ext>
            </a:extLst>
          </p:cNvPr>
          <p:cNvSpPr>
            <a:spLocks noGrp="1"/>
          </p:cNvSpPr>
          <p:nvPr>
            <p:ph idx="1"/>
          </p:nvPr>
        </p:nvSpPr>
        <p:spPr>
          <a:xfrm>
            <a:off x="431800" y="2293620"/>
            <a:ext cx="8229600" cy="1569720"/>
          </a:xfrm>
        </p:spPr>
        <p:txBody>
          <a:bodyPr>
            <a:normAutofit/>
          </a:bodyPr>
          <a:lstStyle/>
          <a:p>
            <a:r>
              <a:rPr lang="en-IN" b="1" i="0" dirty="0">
                <a:effectLst/>
                <a:latin typeface="Söhne"/>
              </a:rPr>
              <a:t>Network-based firewalls</a:t>
            </a:r>
            <a:r>
              <a:rPr lang="en-IN" b="0" i="0" dirty="0">
                <a:effectLst/>
                <a:latin typeface="Söhne"/>
              </a:rPr>
              <a:t>:</a:t>
            </a:r>
            <a:endParaRPr lang="en-US" b="0" i="0" dirty="0">
              <a:effectLst/>
              <a:latin typeface="Söhne"/>
            </a:endParaRPr>
          </a:p>
          <a:p>
            <a:r>
              <a:rPr lang="en-IN" b="1" i="0" dirty="0">
                <a:effectLst/>
                <a:latin typeface="Söhne"/>
              </a:rPr>
              <a:t>Host-based firewalls</a:t>
            </a:r>
            <a:r>
              <a:rPr lang="en-IN" b="0" i="0" dirty="0">
                <a:effectLst/>
                <a:latin typeface="Söhne"/>
              </a:rPr>
              <a:t>:</a:t>
            </a:r>
            <a:endParaRPr lang="en-IN" dirty="0"/>
          </a:p>
        </p:txBody>
      </p:sp>
    </p:spTree>
    <p:extLst>
      <p:ext uri="{BB962C8B-B14F-4D97-AF65-F5344CB8AC3E}">
        <p14:creationId xmlns:p14="http://schemas.microsoft.com/office/powerpoint/2010/main" val="142137697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01723-6D16-8A87-393F-3D0491C46CAC}"/>
              </a:ext>
            </a:extLst>
          </p:cNvPr>
          <p:cNvSpPr>
            <a:spLocks noGrp="1"/>
          </p:cNvSpPr>
          <p:nvPr>
            <p:ph type="title"/>
          </p:nvPr>
        </p:nvSpPr>
        <p:spPr/>
        <p:txBody>
          <a:bodyPr/>
          <a:lstStyle/>
          <a:p>
            <a:pPr algn="ctr"/>
            <a:r>
              <a:rPr lang="en-US" dirty="0"/>
              <a:t>Type of Encryption</a:t>
            </a:r>
            <a:endParaRPr lang="en-IN" dirty="0"/>
          </a:p>
        </p:txBody>
      </p:sp>
      <p:sp>
        <p:nvSpPr>
          <p:cNvPr id="3" name="Content Placeholder 2">
            <a:extLst>
              <a:ext uri="{FF2B5EF4-FFF2-40B4-BE49-F238E27FC236}">
                <a16:creationId xmlns:a16="http://schemas.microsoft.com/office/drawing/2014/main" id="{4F042E37-0D03-63BF-0E45-34BABFD28268}"/>
              </a:ext>
            </a:extLst>
          </p:cNvPr>
          <p:cNvSpPr>
            <a:spLocks noGrp="1"/>
          </p:cNvSpPr>
          <p:nvPr>
            <p:ph idx="1"/>
          </p:nvPr>
        </p:nvSpPr>
        <p:spPr>
          <a:xfrm>
            <a:off x="457200" y="2286000"/>
            <a:ext cx="8229600" cy="1341120"/>
          </a:xfrm>
        </p:spPr>
        <p:txBody>
          <a:bodyPr/>
          <a:lstStyle/>
          <a:p>
            <a:r>
              <a:rPr lang="en-IN" b="1" i="0" dirty="0">
                <a:effectLst/>
                <a:latin typeface="Söhne"/>
              </a:rPr>
              <a:t>OpenVPN:</a:t>
            </a:r>
          </a:p>
          <a:p>
            <a:r>
              <a:rPr lang="en-IN" b="1" i="0" dirty="0">
                <a:effectLst/>
                <a:latin typeface="Söhne"/>
              </a:rPr>
              <a:t>IPsec (Internet Protocol Security):</a:t>
            </a:r>
            <a:endParaRPr lang="en-IN" dirty="0"/>
          </a:p>
        </p:txBody>
      </p:sp>
    </p:spTree>
    <p:extLst>
      <p:ext uri="{BB962C8B-B14F-4D97-AF65-F5344CB8AC3E}">
        <p14:creationId xmlns:p14="http://schemas.microsoft.com/office/powerpoint/2010/main" val="101245019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6" name="Title 1"/>
          <p:cNvSpPr>
            <a:spLocks noGrp="1"/>
          </p:cNvSpPr>
          <p:nvPr>
            <p:ph type="title"/>
          </p:nvPr>
        </p:nvSpPr>
        <p:spPr/>
        <p:txBody>
          <a:bodyPr/>
          <a:lstStyle/>
          <a:p>
            <a:r>
              <a:rPr lang="en-US" b="1" dirty="0"/>
              <a:t>VPN Devices</a:t>
            </a:r>
          </a:p>
        </p:txBody>
      </p:sp>
      <p:sp>
        <p:nvSpPr>
          <p:cNvPr id="1048617" name="Content Placeholder 2"/>
          <p:cNvSpPr>
            <a:spLocks noGrp="1"/>
          </p:cNvSpPr>
          <p:nvPr>
            <p:ph idx="1"/>
          </p:nvPr>
        </p:nvSpPr>
        <p:spPr/>
        <p:txBody>
          <a:bodyPr/>
          <a:lstStyle/>
          <a:p>
            <a:r>
              <a:rPr lang="en-US" dirty="0"/>
              <a:t>Hardware</a:t>
            </a:r>
          </a:p>
          <a:p>
            <a:pPr>
              <a:buNone/>
            </a:pPr>
            <a:endParaRPr lang="en-US" dirty="0"/>
          </a:p>
          <a:p>
            <a:r>
              <a:rPr lang="en-US" dirty="0"/>
              <a:t>Firewall</a:t>
            </a:r>
          </a:p>
          <a:p>
            <a:pPr>
              <a:buNone/>
            </a:pPr>
            <a:endParaRPr lang="en-US" dirty="0"/>
          </a:p>
          <a:p>
            <a:r>
              <a:rPr lang="en-US" dirty="0"/>
              <a:t>Software</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6A89F-CDA3-61F0-0F49-D45AE45D1017}"/>
              </a:ext>
            </a:extLst>
          </p:cNvPr>
          <p:cNvSpPr>
            <a:spLocks noGrp="1"/>
          </p:cNvSpPr>
          <p:nvPr>
            <p:ph type="title"/>
          </p:nvPr>
        </p:nvSpPr>
        <p:spPr>
          <a:xfrm>
            <a:off x="457200" y="228600"/>
            <a:ext cx="8229600" cy="1143000"/>
          </a:xfrm>
        </p:spPr>
        <p:txBody>
          <a:bodyPr/>
          <a:lstStyle/>
          <a:p>
            <a:pPr algn="ctr"/>
            <a:r>
              <a:rPr lang="en-US" dirty="0"/>
              <a:t>Hardware</a:t>
            </a:r>
            <a:endParaRPr lang="en-IN" dirty="0"/>
          </a:p>
        </p:txBody>
      </p:sp>
      <p:sp>
        <p:nvSpPr>
          <p:cNvPr id="3" name="Content Placeholder 2">
            <a:extLst>
              <a:ext uri="{FF2B5EF4-FFF2-40B4-BE49-F238E27FC236}">
                <a16:creationId xmlns:a16="http://schemas.microsoft.com/office/drawing/2014/main" id="{9E28D0BB-A69D-6326-76B0-09DA44BD1DAB}"/>
              </a:ext>
            </a:extLst>
          </p:cNvPr>
          <p:cNvSpPr>
            <a:spLocks noGrp="1"/>
          </p:cNvSpPr>
          <p:nvPr>
            <p:ph idx="1"/>
          </p:nvPr>
        </p:nvSpPr>
        <p:spPr/>
        <p:txBody>
          <a:bodyPr>
            <a:normAutofit/>
          </a:bodyPr>
          <a:lstStyle/>
          <a:p>
            <a:r>
              <a:rPr lang="en-US" dirty="0"/>
              <a:t>There are several types of hardware devices that can be used for VPN connectivity:</a:t>
            </a:r>
          </a:p>
          <a:p>
            <a:endParaRPr lang="en-US" dirty="0"/>
          </a:p>
          <a:p>
            <a:r>
              <a:rPr lang="en-US" dirty="0"/>
              <a:t>VPN Routers</a:t>
            </a:r>
          </a:p>
          <a:p>
            <a:r>
              <a:rPr lang="en-US" dirty="0"/>
              <a:t>Firewalls with VPN Support</a:t>
            </a:r>
          </a:p>
          <a:p>
            <a:r>
              <a:rPr lang="en-US" dirty="0"/>
              <a:t>VPN Concentrators</a:t>
            </a:r>
          </a:p>
          <a:p>
            <a:r>
              <a:rPr lang="en-US" dirty="0"/>
              <a:t>VPN-enabled NAS (Network Attached Storage)</a:t>
            </a:r>
          </a:p>
          <a:p>
            <a:r>
              <a:rPr lang="en-US" dirty="0"/>
              <a:t>VPN-capable Modems</a:t>
            </a:r>
          </a:p>
          <a:p>
            <a:r>
              <a:rPr lang="en-US" dirty="0"/>
              <a:t>VPN-capable Smart Home Devices</a:t>
            </a:r>
          </a:p>
        </p:txBody>
      </p:sp>
    </p:spTree>
    <p:extLst>
      <p:ext uri="{BB962C8B-B14F-4D97-AF65-F5344CB8AC3E}">
        <p14:creationId xmlns:p14="http://schemas.microsoft.com/office/powerpoint/2010/main" val="255112343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B679F-2CA6-B9D1-DFDB-96AFDDC6C853}"/>
              </a:ext>
            </a:extLst>
          </p:cNvPr>
          <p:cNvSpPr>
            <a:spLocks noGrp="1"/>
          </p:cNvSpPr>
          <p:nvPr>
            <p:ph type="title"/>
          </p:nvPr>
        </p:nvSpPr>
        <p:spPr>
          <a:xfrm>
            <a:off x="381000" y="228600"/>
            <a:ext cx="8229600" cy="1143000"/>
          </a:xfrm>
        </p:spPr>
        <p:txBody>
          <a:bodyPr/>
          <a:lstStyle/>
          <a:p>
            <a:pPr algn="ctr"/>
            <a:r>
              <a:rPr lang="en-US" dirty="0"/>
              <a:t>Firewall</a:t>
            </a:r>
            <a:endParaRPr lang="en-IN" dirty="0"/>
          </a:p>
        </p:txBody>
      </p:sp>
      <p:sp>
        <p:nvSpPr>
          <p:cNvPr id="3" name="Content Placeholder 2">
            <a:extLst>
              <a:ext uri="{FF2B5EF4-FFF2-40B4-BE49-F238E27FC236}">
                <a16:creationId xmlns:a16="http://schemas.microsoft.com/office/drawing/2014/main" id="{F1B150B0-6D1A-B1E6-6068-30397E1A0B29}"/>
              </a:ext>
            </a:extLst>
          </p:cNvPr>
          <p:cNvSpPr>
            <a:spLocks noGrp="1"/>
          </p:cNvSpPr>
          <p:nvPr>
            <p:ph idx="1"/>
          </p:nvPr>
        </p:nvSpPr>
        <p:spPr/>
        <p:txBody>
          <a:bodyPr/>
          <a:lstStyle/>
          <a:p>
            <a:r>
              <a:rPr lang="en-US" b="1" i="0" dirty="0">
                <a:effectLst/>
                <a:latin typeface="Söhne"/>
              </a:rPr>
              <a:t>Hardware Firewall with VPN Support</a:t>
            </a:r>
            <a:r>
              <a:rPr lang="en-US" b="0" i="0" dirty="0">
                <a:effectLst/>
                <a:latin typeface="Söhne"/>
              </a:rPr>
              <a:t>:</a:t>
            </a:r>
          </a:p>
          <a:p>
            <a:r>
              <a:rPr lang="en-IN" b="1" i="0" dirty="0">
                <a:effectLst/>
                <a:latin typeface="Söhne"/>
              </a:rPr>
              <a:t>VPN Concentrators</a:t>
            </a:r>
            <a:r>
              <a:rPr lang="en-IN" b="0" i="0" dirty="0">
                <a:effectLst/>
                <a:latin typeface="Söhne"/>
              </a:rPr>
              <a:t>: </a:t>
            </a:r>
            <a:endParaRPr lang="en-US" dirty="0">
              <a:latin typeface="Söhne"/>
            </a:endParaRPr>
          </a:p>
          <a:p>
            <a:r>
              <a:rPr lang="en-IN" b="1" i="0" dirty="0">
                <a:effectLst/>
                <a:latin typeface="Söhne"/>
              </a:rPr>
              <a:t>VPN-enabled Routers</a:t>
            </a:r>
            <a:r>
              <a:rPr lang="en-IN" b="0" i="0" dirty="0">
                <a:effectLst/>
                <a:latin typeface="Söhne"/>
              </a:rPr>
              <a:t>:</a:t>
            </a:r>
            <a:endParaRPr lang="en-US" b="0" i="0" dirty="0">
              <a:effectLst/>
              <a:latin typeface="Söhne"/>
            </a:endParaRPr>
          </a:p>
          <a:p>
            <a:r>
              <a:rPr lang="en-US" b="1" i="0" dirty="0">
                <a:effectLst/>
                <a:latin typeface="Söhne"/>
              </a:rPr>
              <a:t>Software Firewalls with VPN Support</a:t>
            </a:r>
            <a:r>
              <a:rPr lang="en-US" b="0" i="0" dirty="0">
                <a:effectLst/>
                <a:latin typeface="Söhne"/>
              </a:rPr>
              <a:t>:</a:t>
            </a:r>
            <a:endParaRPr lang="en-US" dirty="0">
              <a:latin typeface="Söhne"/>
            </a:endParaRPr>
          </a:p>
          <a:p>
            <a:r>
              <a:rPr lang="en-US" b="1" i="0" dirty="0">
                <a:effectLst/>
                <a:latin typeface="Söhne"/>
              </a:rPr>
              <a:t>Virtual Firewalls and VPN Appliances</a:t>
            </a:r>
            <a:r>
              <a:rPr lang="en-US" b="0" i="0" dirty="0">
                <a:effectLst/>
                <a:latin typeface="Söhne"/>
              </a:rPr>
              <a:t>:</a:t>
            </a:r>
          </a:p>
          <a:p>
            <a:r>
              <a:rPr lang="en-US" b="1" i="0" dirty="0">
                <a:effectLst/>
                <a:latin typeface="Söhne"/>
              </a:rPr>
              <a:t>Cloud-based Firewalls and VPN Services</a:t>
            </a:r>
            <a:r>
              <a:rPr lang="en-US" b="0" i="0" dirty="0">
                <a:effectLst/>
                <a:latin typeface="Söhne"/>
              </a:rPr>
              <a:t>:</a:t>
            </a:r>
            <a:endParaRPr lang="en-IN" dirty="0"/>
          </a:p>
        </p:txBody>
      </p:sp>
    </p:spTree>
    <p:extLst>
      <p:ext uri="{BB962C8B-B14F-4D97-AF65-F5344CB8AC3E}">
        <p14:creationId xmlns:p14="http://schemas.microsoft.com/office/powerpoint/2010/main" val="236743991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C2B03-BE13-213E-CD26-251E31F21D6D}"/>
              </a:ext>
            </a:extLst>
          </p:cNvPr>
          <p:cNvSpPr>
            <a:spLocks noGrp="1"/>
          </p:cNvSpPr>
          <p:nvPr>
            <p:ph type="title"/>
          </p:nvPr>
        </p:nvSpPr>
        <p:spPr>
          <a:xfrm>
            <a:off x="423333" y="228600"/>
            <a:ext cx="8229600" cy="1143000"/>
          </a:xfrm>
        </p:spPr>
        <p:txBody>
          <a:bodyPr/>
          <a:lstStyle/>
          <a:p>
            <a:pPr algn="ctr"/>
            <a:r>
              <a:rPr lang="en-US" dirty="0"/>
              <a:t>Software</a:t>
            </a:r>
            <a:endParaRPr lang="en-IN" dirty="0"/>
          </a:p>
        </p:txBody>
      </p:sp>
      <p:sp>
        <p:nvSpPr>
          <p:cNvPr id="3" name="Content Placeholder 2">
            <a:extLst>
              <a:ext uri="{FF2B5EF4-FFF2-40B4-BE49-F238E27FC236}">
                <a16:creationId xmlns:a16="http://schemas.microsoft.com/office/drawing/2014/main" id="{7394F05B-2689-73D6-F3BD-354A4B4F312A}"/>
              </a:ext>
            </a:extLst>
          </p:cNvPr>
          <p:cNvSpPr>
            <a:spLocks noGrp="1"/>
          </p:cNvSpPr>
          <p:nvPr>
            <p:ph idx="1"/>
          </p:nvPr>
        </p:nvSpPr>
        <p:spPr/>
        <p:txBody>
          <a:bodyPr/>
          <a:lstStyle/>
          <a:p>
            <a:r>
              <a:rPr lang="en-IN" b="1" i="0" dirty="0">
                <a:effectLst/>
                <a:latin typeface="Söhne"/>
              </a:rPr>
              <a:t>Client Software</a:t>
            </a:r>
            <a:r>
              <a:rPr lang="en-IN" b="0" i="0" dirty="0">
                <a:effectLst/>
                <a:latin typeface="Söhne"/>
              </a:rPr>
              <a:t>: </a:t>
            </a:r>
          </a:p>
          <a:p>
            <a:r>
              <a:rPr lang="en-IN" b="1" i="0" dirty="0">
                <a:effectLst/>
                <a:latin typeface="Söhne"/>
              </a:rPr>
              <a:t>Router Firmware</a:t>
            </a:r>
            <a:r>
              <a:rPr lang="en-IN" b="0" i="0" dirty="0">
                <a:effectLst/>
                <a:latin typeface="Söhne"/>
              </a:rPr>
              <a:t>: </a:t>
            </a:r>
            <a:endParaRPr lang="en-IN" dirty="0"/>
          </a:p>
        </p:txBody>
      </p:sp>
    </p:spTree>
    <p:extLst>
      <p:ext uri="{BB962C8B-B14F-4D97-AF65-F5344CB8AC3E}">
        <p14:creationId xmlns:p14="http://schemas.microsoft.com/office/powerpoint/2010/main" val="274734426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8" name="Rectangle 1"/>
          <p:cNvSpPr>
            <a:spLocks noGrp="1" noChangeArrowheads="1"/>
          </p:cNvSpPr>
          <p:nvPr>
            <p:ph type="title"/>
          </p:nvPr>
        </p:nvSpPr>
        <p:spPr bwMode="auto">
          <a:xfrm>
            <a:off x="1143000" y="712182"/>
            <a:ext cx="6172200"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sz="1600" b="1" i="0" u="none" strike="noStrike" cap="none" normalizeH="0" baseline="0" dirty="0">
                <a:ln>
                  <a:noFill/>
                </a:ln>
                <a:solidFill>
                  <a:srgbClr val="000000"/>
                </a:solidFill>
                <a:effectLst/>
                <a:latin typeface="Arial" pitchFamily="34" charset="0"/>
                <a:ea typeface="Times New Roman" pitchFamily="18" charset="0"/>
                <a:cs typeface="Arial" pitchFamily="34" charset="0"/>
              </a:rPr>
              <a:t>                              </a:t>
            </a:r>
            <a:r>
              <a:rPr kumimoji="0" lang="en-US" sz="3200" b="1" i="0" u="none" strike="noStrike" cap="none" normalizeH="0" baseline="0" dirty="0">
                <a:ln>
                  <a:noFill/>
                </a:ln>
                <a:solidFill>
                  <a:srgbClr val="000000"/>
                </a:solidFill>
                <a:effectLst/>
                <a:latin typeface="Arial" pitchFamily="34" charset="0"/>
                <a:ea typeface="Times New Roman" pitchFamily="18" charset="0"/>
                <a:cs typeface="Arial" pitchFamily="34" charset="0"/>
              </a:rPr>
              <a:t>  </a:t>
            </a:r>
            <a:r>
              <a:rPr kumimoji="0" lang="en-US" sz="3200" b="1" i="0" u="none" strike="noStrike" cap="none" normalizeH="0" baseline="0" dirty="0">
                <a:ln>
                  <a:noFill/>
                </a:ln>
                <a:effectLst/>
                <a:latin typeface="Arial" pitchFamily="34" charset="0"/>
                <a:ea typeface="Times New Roman" pitchFamily="18" charset="0"/>
                <a:cs typeface="Arial" pitchFamily="34" charset="0"/>
              </a:rPr>
              <a:t>VPN</a:t>
            </a:r>
            <a:r>
              <a:rPr kumimoji="0" lang="en-US" sz="3200" b="1" i="0" u="none" strike="noStrike" cap="none" normalizeH="0" baseline="0" dirty="0">
                <a:ln>
                  <a:noFill/>
                </a:ln>
                <a:solidFill>
                  <a:srgbClr val="000000"/>
                </a:solidFill>
                <a:effectLst/>
                <a:latin typeface="Arial" pitchFamily="34" charset="0"/>
                <a:ea typeface="Times New Roman" pitchFamily="18" charset="0"/>
                <a:cs typeface="Arial" pitchFamily="34" charset="0"/>
              </a:rPr>
              <a:t> </a:t>
            </a:r>
            <a:r>
              <a:rPr kumimoji="0" lang="en-US" sz="3200" b="1" i="0" u="none" strike="noStrike" cap="none" normalizeH="0" baseline="0" dirty="0">
                <a:ln>
                  <a:noFill/>
                </a:ln>
                <a:effectLst/>
                <a:latin typeface="Arial" pitchFamily="34" charset="0"/>
                <a:ea typeface="Times New Roman" pitchFamily="18" charset="0"/>
                <a:cs typeface="Arial" pitchFamily="34" charset="0"/>
              </a:rPr>
              <a:t>Advantages</a:t>
            </a:r>
            <a:endParaRPr kumimoji="0" lang="en-US" sz="3200" b="0" i="0" u="none" strike="noStrike" cap="none" normalizeH="0" baseline="0" dirty="0">
              <a:ln>
                <a:noFill/>
              </a:ln>
              <a:effectLst/>
              <a:latin typeface="Arial" pitchFamily="34" charset="0"/>
              <a:cs typeface="Arial" pitchFamily="34" charset="0"/>
            </a:endParaRPr>
          </a:p>
        </p:txBody>
      </p:sp>
      <p:sp>
        <p:nvSpPr>
          <p:cNvPr id="1048619" name="Content Placeholder 2"/>
          <p:cNvSpPr>
            <a:spLocks noGrp="1"/>
          </p:cNvSpPr>
          <p:nvPr>
            <p:ph idx="1"/>
          </p:nvPr>
        </p:nvSpPr>
        <p:spPr>
          <a:xfrm>
            <a:off x="457200" y="1783080"/>
            <a:ext cx="8229600" cy="4389120"/>
          </a:xfrm>
        </p:spPr>
        <p:txBody>
          <a:bodyPr>
            <a:normAutofit fontScale="99808"/>
          </a:bodyPr>
          <a:lstStyle/>
          <a:p>
            <a:pPr lvl="0"/>
            <a:r>
              <a:rPr lang="en-IN" b="1" i="0" dirty="0">
                <a:effectLst/>
                <a:latin typeface="Söhne"/>
              </a:rPr>
              <a:t>Enhanced Security</a:t>
            </a:r>
            <a:r>
              <a:rPr lang="en-US" dirty="0"/>
              <a:t> </a:t>
            </a:r>
          </a:p>
          <a:p>
            <a:r>
              <a:rPr lang="en-US" dirty="0"/>
              <a:t> </a:t>
            </a:r>
            <a:r>
              <a:rPr lang="en-IN" b="1" i="0" dirty="0">
                <a:effectLst/>
                <a:latin typeface="Söhne"/>
              </a:rPr>
              <a:t>Privacy</a:t>
            </a:r>
            <a:r>
              <a:rPr lang="en-US" dirty="0"/>
              <a:t> </a:t>
            </a:r>
          </a:p>
          <a:p>
            <a:r>
              <a:rPr lang="en-IN" b="1" i="0" dirty="0">
                <a:effectLst/>
                <a:latin typeface="Söhne"/>
              </a:rPr>
              <a:t>Access to Restricted Content</a:t>
            </a:r>
            <a:endParaRPr lang="en-US" b="1" i="0" dirty="0">
              <a:effectLst/>
              <a:latin typeface="Söhne"/>
            </a:endParaRPr>
          </a:p>
          <a:p>
            <a:r>
              <a:rPr lang="en-IN" b="1" i="0" dirty="0">
                <a:effectLst/>
                <a:latin typeface="Söhne"/>
              </a:rPr>
              <a:t>Remote Access</a:t>
            </a:r>
            <a:endParaRPr lang="en-US" b="1" dirty="0">
              <a:latin typeface="Söhne"/>
            </a:endParaRPr>
          </a:p>
          <a:p>
            <a:r>
              <a:rPr lang="en-IN" b="1" i="0" dirty="0">
                <a:effectLst/>
                <a:latin typeface="Söhne"/>
              </a:rPr>
              <a:t>Improved Performance</a:t>
            </a:r>
            <a:endParaRPr lang="en-US" b="1" i="0" dirty="0">
              <a:effectLst/>
              <a:latin typeface="Söhne"/>
            </a:endParaRPr>
          </a:p>
          <a:p>
            <a:r>
              <a:rPr lang="en-IN" b="1" i="0" dirty="0">
                <a:effectLst/>
                <a:latin typeface="Söhne"/>
              </a:rPr>
              <a:t>Anonymity</a:t>
            </a:r>
            <a:endParaRPr lang="en-US" b="1" dirty="0">
              <a:latin typeface="Söhne"/>
            </a:endParaRPr>
          </a:p>
          <a:p>
            <a:r>
              <a:rPr lang="en-IN" b="1" i="0" dirty="0">
                <a:effectLst/>
                <a:latin typeface="Söhne"/>
              </a:rPr>
              <a:t>Safe Public Wi-F</a:t>
            </a:r>
            <a:endParaRPr lang="en-US" b="1" i="0" dirty="0">
              <a:effectLst/>
              <a:latin typeface="Söhne"/>
            </a:endParaRPr>
          </a:p>
          <a:p>
            <a:r>
              <a:rPr lang="en-IN" b="1" i="0" dirty="0">
                <a:effectLst/>
                <a:latin typeface="Söhne"/>
              </a:rPr>
              <a:t>Cost-Effective</a:t>
            </a:r>
            <a:endParaRPr lang="en-US" dirty="0"/>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0" name="Title 1"/>
          <p:cNvSpPr>
            <a:spLocks noGrp="1"/>
          </p:cNvSpPr>
          <p:nvPr>
            <p:ph type="title"/>
          </p:nvPr>
        </p:nvSpPr>
        <p:spPr>
          <a:xfrm>
            <a:off x="457200" y="152400"/>
            <a:ext cx="8229600" cy="1143000"/>
          </a:xfrm>
        </p:spPr>
        <p:txBody>
          <a:bodyPr>
            <a:normAutofit/>
          </a:bodyPr>
          <a:lstStyle/>
          <a:p>
            <a:pPr algn="ctr"/>
            <a:r>
              <a:rPr kumimoji="0" lang="en-US" sz="3200" b="1" i="0" u="none" strike="noStrike" cap="none" normalizeH="0" baseline="0" dirty="0">
                <a:ln>
                  <a:noFill/>
                </a:ln>
                <a:effectLst/>
                <a:latin typeface="Arial" pitchFamily="34" charset="0"/>
                <a:ea typeface="Times New Roman" pitchFamily="18" charset="0"/>
                <a:cs typeface="Arial" pitchFamily="34" charset="0"/>
              </a:rPr>
              <a:t>VPN Disadvantage</a:t>
            </a:r>
            <a:endParaRPr lang="en-US" sz="3200" dirty="0"/>
          </a:p>
        </p:txBody>
      </p:sp>
      <p:sp>
        <p:nvSpPr>
          <p:cNvPr id="1048621" name="Content Placeholder 2"/>
          <p:cNvSpPr>
            <a:spLocks noGrp="1"/>
          </p:cNvSpPr>
          <p:nvPr>
            <p:ph idx="1"/>
          </p:nvPr>
        </p:nvSpPr>
        <p:spPr/>
        <p:txBody>
          <a:bodyPr>
            <a:normAutofit/>
          </a:bodyPr>
          <a:lstStyle/>
          <a:p>
            <a:r>
              <a:rPr lang="en-IN" b="1" i="0" dirty="0">
                <a:effectLst/>
                <a:latin typeface="Söhne"/>
              </a:rPr>
              <a:t>Slower Internet Speed</a:t>
            </a:r>
          </a:p>
          <a:p>
            <a:r>
              <a:rPr lang="en-IN" b="1" i="0" dirty="0">
                <a:effectLst/>
                <a:latin typeface="Söhne"/>
              </a:rPr>
              <a:t>Cost</a:t>
            </a:r>
          </a:p>
          <a:p>
            <a:r>
              <a:rPr lang="en-IN" b="1" i="0" dirty="0">
                <a:effectLst/>
                <a:latin typeface="Söhne"/>
              </a:rPr>
              <a:t>Complexity</a:t>
            </a:r>
            <a:endParaRPr lang="en-IN" b="1" dirty="0">
              <a:latin typeface="Söhne"/>
            </a:endParaRPr>
          </a:p>
          <a:p>
            <a:r>
              <a:rPr lang="en-IN" b="1" i="0" dirty="0">
                <a:effectLst/>
                <a:latin typeface="Söhne"/>
              </a:rPr>
              <a:t>Limited Access</a:t>
            </a:r>
            <a:endParaRPr lang="en-IN" dirty="0">
              <a:latin typeface="Söhne"/>
            </a:endParaRPr>
          </a:p>
          <a:p>
            <a:r>
              <a:rPr lang="en-IN" b="1" i="0" dirty="0">
                <a:effectLst/>
                <a:latin typeface="Söhne"/>
              </a:rPr>
              <a:t>Security Risks</a:t>
            </a:r>
          </a:p>
          <a:p>
            <a:r>
              <a:rPr lang="en-IN" b="1" i="0" dirty="0">
                <a:effectLst/>
                <a:latin typeface="Söhne"/>
              </a:rPr>
              <a:t>Privacy Concerns</a:t>
            </a:r>
          </a:p>
          <a:p>
            <a:r>
              <a:rPr lang="en-IN" b="1" i="0" dirty="0">
                <a:effectLst/>
                <a:latin typeface="Söhne"/>
              </a:rPr>
              <a:t>Device Compatibility</a:t>
            </a:r>
            <a:endParaRPr lang="en-IN" b="1" dirty="0">
              <a:latin typeface="Söhne"/>
            </a:endParaRPr>
          </a:p>
          <a:p>
            <a:r>
              <a:rPr lang="en-IN" b="1" i="0" dirty="0">
                <a:effectLst/>
                <a:latin typeface="Söhne"/>
              </a:rPr>
              <a:t>Legal and Regulatory Issues</a:t>
            </a:r>
            <a:endParaRPr lang="en-US" dirty="0"/>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2" name="Title 1"/>
          <p:cNvSpPr>
            <a:spLocks noGrp="1"/>
          </p:cNvSpPr>
          <p:nvPr>
            <p:ph type="title"/>
          </p:nvPr>
        </p:nvSpPr>
        <p:spPr>
          <a:xfrm>
            <a:off x="533400" y="228600"/>
            <a:ext cx="8229600" cy="1143000"/>
          </a:xfrm>
        </p:spPr>
        <p:txBody>
          <a:bodyPr/>
          <a:lstStyle/>
          <a:p>
            <a:pPr algn="ctr"/>
            <a:r>
              <a:rPr lang="en-US" b="1" dirty="0"/>
              <a:t>VPN Features</a:t>
            </a:r>
          </a:p>
        </p:txBody>
      </p:sp>
      <p:sp>
        <p:nvSpPr>
          <p:cNvPr id="1048623" name="Content Placeholder 2"/>
          <p:cNvSpPr>
            <a:spLocks noGrp="1"/>
          </p:cNvSpPr>
          <p:nvPr>
            <p:ph idx="1"/>
          </p:nvPr>
        </p:nvSpPr>
        <p:spPr/>
        <p:txBody>
          <a:bodyPr>
            <a:normAutofit fontScale="96154"/>
          </a:bodyPr>
          <a:lstStyle/>
          <a:p>
            <a:pPr lvl="0"/>
            <a:r>
              <a:rPr lang="en-IN" b="1" i="0" dirty="0">
                <a:effectLst/>
                <a:latin typeface="Söhne"/>
              </a:rPr>
              <a:t>Public Wi-Fi Security</a:t>
            </a:r>
          </a:p>
          <a:p>
            <a:pPr lvl="0"/>
            <a:r>
              <a:rPr lang="en-US" b="1" dirty="0">
                <a:latin typeface="Söhne"/>
              </a:rPr>
              <a:t>Scalability</a:t>
            </a:r>
            <a:endParaRPr lang="en-US" dirty="0">
              <a:latin typeface="Söhne"/>
            </a:endParaRPr>
          </a:p>
          <a:p>
            <a:r>
              <a:rPr lang="en-US" b="1" dirty="0">
                <a:latin typeface="Söhne"/>
              </a:rPr>
              <a:t>Services</a:t>
            </a:r>
            <a:endParaRPr lang="en-US" dirty="0">
              <a:latin typeface="Söhne"/>
            </a:endParaRPr>
          </a:p>
          <a:p>
            <a:r>
              <a:rPr lang="en-US" dirty="0">
                <a:latin typeface="Söhne"/>
              </a:rPr>
              <a:t> </a:t>
            </a:r>
            <a:r>
              <a:rPr lang="en-US" b="1" dirty="0">
                <a:latin typeface="Söhne"/>
              </a:rPr>
              <a:t>Management</a:t>
            </a:r>
          </a:p>
          <a:p>
            <a:r>
              <a:rPr lang="en-IN" b="1" i="0" dirty="0">
                <a:effectLst/>
                <a:latin typeface="Söhne"/>
              </a:rPr>
              <a:t>Kill Switch</a:t>
            </a:r>
            <a:r>
              <a:rPr lang="en-IN" b="0" i="0" dirty="0">
                <a:effectLst/>
                <a:latin typeface="Söhne"/>
              </a:rPr>
              <a:t>:</a:t>
            </a:r>
            <a:endParaRPr lang="en-US" b="1" i="0" dirty="0">
              <a:effectLst/>
              <a:latin typeface="Söhne"/>
            </a:endParaRPr>
          </a:p>
          <a:p>
            <a:r>
              <a:rPr lang="en-IN" b="1" i="0" dirty="0">
                <a:effectLst/>
                <a:latin typeface="Söhne"/>
              </a:rPr>
              <a:t>Multiple Device Support</a:t>
            </a:r>
            <a:r>
              <a:rPr lang="en-IN" b="0" i="0" dirty="0">
                <a:effectLst/>
                <a:latin typeface="Söhne"/>
              </a:rPr>
              <a:t>: </a:t>
            </a:r>
            <a:endParaRPr lang="en-US" b="1" dirty="0">
              <a:latin typeface="Söhne"/>
            </a:endParaRPr>
          </a:p>
          <a:p>
            <a:r>
              <a:rPr lang="en-IN" b="1" i="0" dirty="0">
                <a:effectLst/>
                <a:latin typeface="Söhne"/>
              </a:rPr>
              <a:t>DNS Leak Protection</a:t>
            </a:r>
            <a:r>
              <a:rPr lang="en-IN" b="0" i="0" dirty="0">
                <a:effectLst/>
                <a:latin typeface="Söhne"/>
              </a:rPr>
              <a:t>:</a:t>
            </a:r>
            <a:endParaRPr lang="en-US" dirty="0"/>
          </a:p>
          <a:p>
            <a:endParaRPr lang="en-US" dirty="0"/>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4" name="Title 1"/>
          <p:cNvSpPr>
            <a:spLocks noGrp="1"/>
          </p:cNvSpPr>
          <p:nvPr>
            <p:ph type="title"/>
          </p:nvPr>
        </p:nvSpPr>
        <p:spPr>
          <a:xfrm>
            <a:off x="431800" y="304800"/>
            <a:ext cx="8229600" cy="1143000"/>
          </a:xfrm>
        </p:spPr>
        <p:txBody>
          <a:bodyPr/>
          <a:lstStyle/>
          <a:p>
            <a:pPr algn="ctr"/>
            <a:r>
              <a:rPr lang="en-US" b="1" dirty="0"/>
              <a:t>Future of VPN</a:t>
            </a:r>
          </a:p>
        </p:txBody>
      </p:sp>
      <p:sp>
        <p:nvSpPr>
          <p:cNvPr id="1048625" name="Content Placeholder 2"/>
          <p:cNvSpPr>
            <a:spLocks noGrp="1"/>
          </p:cNvSpPr>
          <p:nvPr>
            <p:ph idx="1"/>
          </p:nvPr>
        </p:nvSpPr>
        <p:spPr/>
        <p:txBody>
          <a:bodyPr/>
          <a:lstStyle/>
          <a:p>
            <a:r>
              <a:rPr lang="en-US" dirty="0"/>
              <a:t>VPN popularity</a:t>
            </a:r>
          </a:p>
          <a:p>
            <a:pPr lvl="1">
              <a:buFont typeface="Wingdings" pitchFamily="2" charset="2"/>
              <a:buChar char="§"/>
            </a:pPr>
            <a:r>
              <a:rPr lang="en-US" dirty="0"/>
              <a:t>Companies choosing VPN</a:t>
            </a:r>
          </a:p>
          <a:p>
            <a:pPr lvl="1">
              <a:buFont typeface="Wingdings" pitchFamily="2" charset="2"/>
              <a:buChar char="§"/>
            </a:pPr>
            <a:r>
              <a:rPr lang="en-US" dirty="0"/>
              <a:t>Cost efficient?</a:t>
            </a:r>
          </a:p>
          <a:p>
            <a:pPr lvl="1">
              <a:buFont typeface="Wingdings" pitchFamily="2" charset="2"/>
              <a:buChar char="§"/>
            </a:pPr>
            <a:r>
              <a:rPr lang="en-US" dirty="0"/>
              <a:t>New way of communicating?</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6" name="Title 1"/>
          <p:cNvSpPr>
            <a:spLocks noGrp="1"/>
          </p:cNvSpPr>
          <p:nvPr>
            <p:ph type="title"/>
          </p:nvPr>
        </p:nvSpPr>
        <p:spPr/>
        <p:txBody>
          <a:bodyPr>
            <a:normAutofit fontScale="90000"/>
          </a:bodyPr>
          <a:lstStyle/>
          <a:p>
            <a:r>
              <a:rPr lang="en-US" b="1" dirty="0"/>
              <a:t>Future of VPN: Companies with VPN</a:t>
            </a:r>
          </a:p>
        </p:txBody>
      </p:sp>
      <p:pic>
        <p:nvPicPr>
          <p:cNvPr id="2097157" name="Picture 4"/>
          <p:cNvPicPr>
            <a:picLocks noGrp="1" noChangeAspect="1" noChangeArrowheads="1"/>
          </p:cNvPicPr>
          <p:nvPr>
            <p:ph idx="1"/>
          </p:nvPr>
        </p:nvPicPr>
        <p:blipFill>
          <a:blip r:embed="rId2" cstate="print"/>
          <a:stretch>
            <a:fillRect/>
          </a:stretch>
        </p:blipFill>
        <p:spPr>
          <a:xfrm>
            <a:off x="304800" y="1828800"/>
            <a:ext cx="8458199" cy="4876800"/>
          </a:xfrm>
          <a:noFill/>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7" name="Title 1"/>
          <p:cNvSpPr>
            <a:spLocks noGrp="1"/>
          </p:cNvSpPr>
          <p:nvPr>
            <p:ph type="title"/>
          </p:nvPr>
        </p:nvSpPr>
        <p:spPr>
          <a:xfrm>
            <a:off x="465667" y="304800"/>
            <a:ext cx="8229600" cy="1143000"/>
          </a:xfrm>
        </p:spPr>
        <p:txBody>
          <a:bodyPr/>
          <a:lstStyle/>
          <a:p>
            <a:pPr algn="ctr"/>
            <a:r>
              <a:rPr lang="en-US" b="1" dirty="0"/>
              <a:t> Conclusion</a:t>
            </a:r>
          </a:p>
        </p:txBody>
      </p:sp>
      <p:sp>
        <p:nvSpPr>
          <p:cNvPr id="1048628" name="Content Placeholder 2"/>
          <p:cNvSpPr>
            <a:spLocks noGrp="1"/>
          </p:cNvSpPr>
          <p:nvPr>
            <p:ph idx="1"/>
          </p:nvPr>
        </p:nvSpPr>
        <p:spPr/>
        <p:txBody>
          <a:bodyPr>
            <a:normAutofit fontScale="96154"/>
          </a:bodyPr>
          <a:lstStyle/>
          <a:p>
            <a:r>
              <a:rPr lang="en-US" dirty="0">
                <a:latin typeface="Söhne"/>
              </a:rPr>
              <a:t>As we have gone through all possible details we conclude that VPN is the best option for the corporate networking.</a:t>
            </a:r>
          </a:p>
          <a:p>
            <a:r>
              <a:rPr lang="en-US" dirty="0">
                <a:latin typeface="Söhne"/>
              </a:rPr>
              <a:t>As many companies need to have access to Internet and hence security is also the main concern.</a:t>
            </a:r>
          </a:p>
          <a:p>
            <a:r>
              <a:rPr lang="en-US" dirty="0">
                <a:latin typeface="Söhne"/>
              </a:rPr>
              <a:t> VPN provides best possible combination of security and private network capabilities with adequate cost –saving to the companies who are presently working with leased lines.</a:t>
            </a:r>
          </a:p>
          <a:p>
            <a:endParaRPr lang="en-US" dirty="0"/>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71CDB-EBFC-2E34-D82A-031B0F892D03}"/>
              </a:ext>
            </a:extLst>
          </p:cNvPr>
          <p:cNvSpPr>
            <a:spLocks noGrp="1"/>
          </p:cNvSpPr>
          <p:nvPr>
            <p:ph type="ctrTitle"/>
          </p:nvPr>
        </p:nvSpPr>
        <p:spPr>
          <a:xfrm>
            <a:off x="516467" y="990600"/>
            <a:ext cx="7851648" cy="914400"/>
          </a:xfrm>
        </p:spPr>
        <p:txBody>
          <a:bodyPr/>
          <a:lstStyle/>
          <a:p>
            <a:pPr algn="ctr"/>
            <a:r>
              <a:rPr lang="en-US" dirty="0" err="1"/>
              <a:t>Referance</a:t>
            </a:r>
            <a:endParaRPr lang="en-IN" dirty="0"/>
          </a:p>
        </p:txBody>
      </p:sp>
      <p:sp>
        <p:nvSpPr>
          <p:cNvPr id="3" name="Subtitle 2">
            <a:extLst>
              <a:ext uri="{FF2B5EF4-FFF2-40B4-BE49-F238E27FC236}">
                <a16:creationId xmlns:a16="http://schemas.microsoft.com/office/drawing/2014/main" id="{E29EB23C-2753-9927-3187-C2770A20825C}"/>
              </a:ext>
            </a:extLst>
          </p:cNvPr>
          <p:cNvSpPr>
            <a:spLocks noGrp="1"/>
          </p:cNvSpPr>
          <p:nvPr>
            <p:ph type="subTitle" idx="1"/>
          </p:nvPr>
        </p:nvSpPr>
        <p:spPr>
          <a:xfrm>
            <a:off x="304800" y="2362200"/>
            <a:ext cx="2895600" cy="1752600"/>
          </a:xfrm>
        </p:spPr>
        <p:txBody>
          <a:bodyPr/>
          <a:lstStyle/>
          <a:p>
            <a:r>
              <a:rPr lang="en-US" dirty="0">
                <a:hlinkClick r:id="rId2"/>
              </a:rPr>
              <a:t>www.google.com</a:t>
            </a:r>
            <a:endParaRPr lang="en-US" dirty="0"/>
          </a:p>
          <a:p>
            <a:r>
              <a:rPr lang="en-US" dirty="0">
                <a:hlinkClick r:id="rId3"/>
              </a:rPr>
              <a:t>     www.chatgtp.com</a:t>
            </a:r>
            <a:endParaRPr lang="en-US" dirty="0"/>
          </a:p>
          <a:p>
            <a:endParaRPr lang="en-IN" dirty="0"/>
          </a:p>
        </p:txBody>
      </p:sp>
    </p:spTree>
    <p:extLst>
      <p:ext uri="{BB962C8B-B14F-4D97-AF65-F5344CB8AC3E}">
        <p14:creationId xmlns:p14="http://schemas.microsoft.com/office/powerpoint/2010/main" val="82425961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1" name="Rectangle 2"/>
          <p:cNvSpPr>
            <a:spLocks noGrp="1" noChangeArrowheads="1"/>
          </p:cNvSpPr>
          <p:nvPr>
            <p:ph type="title"/>
          </p:nvPr>
        </p:nvSpPr>
        <p:spPr>
          <a:xfrm>
            <a:off x="381000" y="2895600"/>
            <a:ext cx="8229600" cy="1295400"/>
          </a:xfrm>
        </p:spPr>
        <p:txBody>
          <a:bodyPr>
            <a:normAutofit fontScale="90000"/>
          </a:bodyPr>
          <a:lstStyle/>
          <a:p>
            <a:pPr algn="ctr"/>
            <a:r>
              <a:rPr lang="en-US" sz="8800" dirty="0"/>
              <a:t>THANK YOU</a:t>
            </a:r>
            <a:r>
              <a:rPr lang="en-US" sz="4000" dirty="0"/>
              <a:t> </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2717</TotalTime>
  <Words>588</Words>
  <Application>Microsoft Office PowerPoint</Application>
  <PresentationFormat>On-screen Show (4:3)</PresentationFormat>
  <Paragraphs>122</Paragraphs>
  <Slides>25</Slides>
  <Notes>1</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Calibri</vt:lpstr>
      <vt:lpstr>Constantia</vt:lpstr>
      <vt:lpstr>Söhne</vt:lpstr>
      <vt:lpstr>Times New Roman</vt:lpstr>
      <vt:lpstr>Wingdings</vt:lpstr>
      <vt:lpstr>Wingdings 2</vt:lpstr>
      <vt:lpstr>Flow</vt:lpstr>
      <vt:lpstr>Content</vt:lpstr>
      <vt:lpstr>What is VPN</vt:lpstr>
      <vt:lpstr>Types of VPN’s</vt:lpstr>
      <vt:lpstr>Remote-Access VPN </vt:lpstr>
      <vt:lpstr>Site-to-Site VPN </vt:lpstr>
      <vt:lpstr>VPN information</vt:lpstr>
      <vt:lpstr>All 3 types of VPN</vt:lpstr>
      <vt:lpstr>PowerPoint Presentation</vt:lpstr>
      <vt:lpstr>VPN work </vt:lpstr>
      <vt:lpstr>Protocols used in VPN</vt:lpstr>
      <vt:lpstr>VPN Security: Firewall</vt:lpstr>
      <vt:lpstr>Type of Firewalls</vt:lpstr>
      <vt:lpstr>Type of Encryption</vt:lpstr>
      <vt:lpstr>VPN Devices</vt:lpstr>
      <vt:lpstr>Hardware</vt:lpstr>
      <vt:lpstr>Firewall</vt:lpstr>
      <vt:lpstr>Software</vt:lpstr>
      <vt:lpstr>                                VPN Advantages</vt:lpstr>
      <vt:lpstr>VPN Disadvantage</vt:lpstr>
      <vt:lpstr>VPN Features</vt:lpstr>
      <vt:lpstr>Future of VPN</vt:lpstr>
      <vt:lpstr>Future of VPN: Companies with VPN</vt:lpstr>
      <vt:lpstr> Conclusion</vt:lpstr>
      <vt:lpstr>Referance</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Sumit Thakur</dc:creator>
  <cp:lastModifiedBy>Dharmika Dhola</cp:lastModifiedBy>
  <cp:revision>12</cp:revision>
  <dcterms:created xsi:type="dcterms:W3CDTF">2015-01-28T23:27:23Z</dcterms:created>
  <dcterms:modified xsi:type="dcterms:W3CDTF">2025-03-12T07:45:44Z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7a58ff504b7f476980d1bc92901c16b1</vt:lpwstr>
  </property>
</Properties>
</file>